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73" r:id="rId9"/>
    <p:sldId id="263" r:id="rId10"/>
    <p:sldId id="264" r:id="rId11"/>
    <p:sldId id="274" r:id="rId12"/>
    <p:sldId id="265" r:id="rId13"/>
    <p:sldId id="266" r:id="rId14"/>
    <p:sldId id="267" r:id="rId15"/>
    <p:sldId id="268" r:id="rId16"/>
    <p:sldId id="269" r:id="rId17"/>
    <p:sldId id="272" r:id="rId18"/>
  </p:sldIdLst>
  <p:sldSz cx="19010313"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4">
          <p15:clr>
            <a:srgbClr val="A4A3A4"/>
          </p15:clr>
        </p15:guide>
        <p15:guide id="2" pos="11124">
          <p15:clr>
            <a:srgbClr val="A4A3A4"/>
          </p15:clr>
        </p15:guide>
        <p15:guide id="3" orient="horz" pos="6344">
          <p15:clr>
            <a:srgbClr val="A4A3A4"/>
          </p15:clr>
        </p15:guide>
        <p15:guide id="4"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4C4DC3-4BC1-47D1-962B-E65D7C76E817}" v="18" dt="2024-12-29T10:42:17.364"/>
  </p1510:revLst>
</p1510:revInfo>
</file>

<file path=ppt/tableStyles.xml><?xml version="1.0" encoding="utf-8"?>
<a:tblStyleLst xmlns:a="http://schemas.openxmlformats.org/drawingml/2006/main" def="{E7BF2D8A-BC4A-4150-BDE1-1FF89AE879BF}">
  <a:tblStyle styleId="{E7BF2D8A-BC4A-4150-BDE1-1FF89AE879B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38" d="100"/>
          <a:sy n="38" d="100"/>
        </p:scale>
        <p:origin x="108" y="20"/>
      </p:cViewPr>
      <p:guideLst>
        <p:guide orient="horz" pos="344"/>
        <p:guide pos="11124"/>
        <p:guide orient="horz" pos="6344"/>
        <p:guide pos="6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5013"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79900" y="0"/>
            <a:ext cx="3275013"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6675"/>
            <a:ext cx="6045200"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6825"/>
            <a:ext cx="3275013"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79900" y="10156825"/>
            <a:ext cx="3275013"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755650" y="5146675"/>
            <a:ext cx="6045200"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4279900" y="10156825"/>
            <a:ext cx="3275013"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3: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4: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5: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6: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7: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8: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9: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9: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0: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0: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1: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1: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3: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3: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4: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14: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7:notes"/>
          <p:cNvSpPr txBox="1">
            <a:spLocks noGrp="1"/>
          </p:cNvSpPr>
          <p:nvPr>
            <p:ph type="body" idx="1"/>
          </p:nvPr>
        </p:nvSpPr>
        <p:spPr>
          <a:xfrm>
            <a:off x="755650" y="5146675"/>
            <a:ext cx="6045200"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7:notes"/>
          <p:cNvSpPr>
            <a:spLocks noGrp="1" noRot="1" noChangeAspect="1"/>
          </p:cNvSpPr>
          <p:nvPr>
            <p:ph type="sldImg" idx="2"/>
          </p:nvPr>
        </p:nvSpPr>
        <p:spPr>
          <a:xfrm>
            <a:off x="571500"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1306959" y="2846623"/>
            <a:ext cx="16396395"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1297058" y="2665925"/>
            <a:ext cx="16396395" cy="44481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355"/>
              <a:buFont typeface="Calibri"/>
              <a:buNone/>
              <a:defRPr sz="935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1297058" y="7156164"/>
            <a:ext cx="16396395" cy="233918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rgbClr val="888888"/>
              </a:buClr>
              <a:buSzPts val="3742"/>
              <a:buNone/>
              <a:defRPr sz="3741">
                <a:solidFill>
                  <a:srgbClr val="888888"/>
                </a:solidFill>
              </a:defRPr>
            </a:lvl1pPr>
            <a:lvl2pPr marL="914400" lvl="1" indent="-228600" algn="l">
              <a:lnSpc>
                <a:spcPct val="90000"/>
              </a:lnSpc>
              <a:spcBef>
                <a:spcPts val="780"/>
              </a:spcBef>
              <a:spcAft>
                <a:spcPts val="0"/>
              </a:spcAft>
              <a:buClr>
                <a:srgbClr val="888888"/>
              </a:buClr>
              <a:buSzPts val="3118"/>
              <a:buNone/>
              <a:defRPr sz="3118">
                <a:solidFill>
                  <a:srgbClr val="888888"/>
                </a:solidFill>
              </a:defRPr>
            </a:lvl2pPr>
            <a:lvl3pPr marL="1371600" lvl="2" indent="-228600" algn="l">
              <a:lnSpc>
                <a:spcPct val="90000"/>
              </a:lnSpc>
              <a:spcBef>
                <a:spcPts val="780"/>
              </a:spcBef>
              <a:spcAft>
                <a:spcPts val="0"/>
              </a:spcAft>
              <a:buClr>
                <a:srgbClr val="888888"/>
              </a:buClr>
              <a:buSzPts val="2807"/>
              <a:buNone/>
              <a:defRPr sz="2807">
                <a:solidFill>
                  <a:srgbClr val="888888"/>
                </a:solidFill>
              </a:defRPr>
            </a:lvl3pPr>
            <a:lvl4pPr marL="1828800" lvl="3" indent="-228600" algn="l">
              <a:lnSpc>
                <a:spcPct val="90000"/>
              </a:lnSpc>
              <a:spcBef>
                <a:spcPts val="780"/>
              </a:spcBef>
              <a:spcAft>
                <a:spcPts val="0"/>
              </a:spcAft>
              <a:buClr>
                <a:srgbClr val="888888"/>
              </a:buClr>
              <a:buSzPts val="2495"/>
              <a:buNone/>
              <a:defRPr sz="2495">
                <a:solidFill>
                  <a:srgbClr val="888888"/>
                </a:solidFill>
              </a:defRPr>
            </a:lvl4pPr>
            <a:lvl5pPr marL="2286000" lvl="4" indent="-228600" algn="l">
              <a:lnSpc>
                <a:spcPct val="90000"/>
              </a:lnSpc>
              <a:spcBef>
                <a:spcPts val="780"/>
              </a:spcBef>
              <a:spcAft>
                <a:spcPts val="0"/>
              </a:spcAft>
              <a:buClr>
                <a:srgbClr val="888888"/>
              </a:buClr>
              <a:buSzPts val="2495"/>
              <a:buNone/>
              <a:defRPr sz="2495">
                <a:solidFill>
                  <a:srgbClr val="888888"/>
                </a:solidFill>
              </a:defRPr>
            </a:lvl5pPr>
            <a:lvl6pPr marL="2743200" lvl="5" indent="-228600" algn="l">
              <a:lnSpc>
                <a:spcPct val="90000"/>
              </a:lnSpc>
              <a:spcBef>
                <a:spcPts val="780"/>
              </a:spcBef>
              <a:spcAft>
                <a:spcPts val="0"/>
              </a:spcAft>
              <a:buClr>
                <a:srgbClr val="888888"/>
              </a:buClr>
              <a:buSzPts val="2495"/>
              <a:buNone/>
              <a:defRPr sz="2495">
                <a:solidFill>
                  <a:srgbClr val="888888"/>
                </a:solidFill>
              </a:defRPr>
            </a:lvl6pPr>
            <a:lvl7pPr marL="3200400" lvl="6" indent="-228600" algn="l">
              <a:lnSpc>
                <a:spcPct val="90000"/>
              </a:lnSpc>
              <a:spcBef>
                <a:spcPts val="780"/>
              </a:spcBef>
              <a:spcAft>
                <a:spcPts val="0"/>
              </a:spcAft>
              <a:buClr>
                <a:srgbClr val="888888"/>
              </a:buClr>
              <a:buSzPts val="2495"/>
              <a:buNone/>
              <a:defRPr sz="2495">
                <a:solidFill>
                  <a:srgbClr val="888888"/>
                </a:solidFill>
              </a:defRPr>
            </a:lvl7pPr>
            <a:lvl8pPr marL="3657600" lvl="7" indent="-228600" algn="l">
              <a:lnSpc>
                <a:spcPct val="90000"/>
              </a:lnSpc>
              <a:spcBef>
                <a:spcPts val="780"/>
              </a:spcBef>
              <a:spcAft>
                <a:spcPts val="0"/>
              </a:spcAft>
              <a:buClr>
                <a:srgbClr val="888888"/>
              </a:buClr>
              <a:buSzPts val="2495"/>
              <a:buNone/>
              <a:defRPr sz="2495">
                <a:solidFill>
                  <a:srgbClr val="888888"/>
                </a:solidFill>
              </a:defRPr>
            </a:lvl8pPr>
            <a:lvl9pPr marL="4114800" lvl="8" indent="-228600" algn="l">
              <a:lnSpc>
                <a:spcPct val="90000"/>
              </a:lnSpc>
              <a:spcBef>
                <a:spcPts val="780"/>
              </a:spcBef>
              <a:spcAft>
                <a:spcPts val="0"/>
              </a:spcAft>
              <a:buClr>
                <a:srgbClr val="888888"/>
              </a:buClr>
              <a:buSzPts val="2495"/>
              <a:buNone/>
              <a:defRPr sz="2495">
                <a:solidFill>
                  <a:srgbClr val="888888"/>
                </a:solidFill>
              </a:defRPr>
            </a:lvl9pPr>
          </a:lstStyle>
          <a:p>
            <a:endParaRPr/>
          </a:p>
        </p:txBody>
      </p:sp>
      <p:sp>
        <p:nvSpPr>
          <p:cNvPr id="34" name="Google Shape;34;p5"/>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1306959" y="2846623"/>
            <a:ext cx="8079383"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9623971" y="2846623"/>
            <a:ext cx="8079383" cy="67848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1309435"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1309436" y="2621369"/>
            <a:ext cx="8042253" cy="128469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59"/>
              </a:spcBef>
              <a:spcAft>
                <a:spcPts val="0"/>
              </a:spcAft>
              <a:buClr>
                <a:schemeClr val="dk1"/>
              </a:buClr>
              <a:buSzPts val="3742"/>
              <a:buNone/>
              <a:defRPr sz="3741" b="1"/>
            </a:lvl1pPr>
            <a:lvl2pPr marL="914400" lvl="1" indent="-228600" algn="l">
              <a:lnSpc>
                <a:spcPct val="90000"/>
              </a:lnSpc>
              <a:spcBef>
                <a:spcPts val="780"/>
              </a:spcBef>
              <a:spcAft>
                <a:spcPts val="0"/>
              </a:spcAft>
              <a:buClr>
                <a:schemeClr val="dk1"/>
              </a:buClr>
              <a:buSzPts val="3118"/>
              <a:buNone/>
              <a:defRPr sz="3118" b="1"/>
            </a:lvl2pPr>
            <a:lvl3pPr marL="1371600" lvl="2" indent="-228600" algn="l">
              <a:lnSpc>
                <a:spcPct val="90000"/>
              </a:lnSpc>
              <a:spcBef>
                <a:spcPts val="780"/>
              </a:spcBef>
              <a:spcAft>
                <a:spcPts val="0"/>
              </a:spcAft>
              <a:buClr>
                <a:schemeClr val="dk1"/>
              </a:buClr>
              <a:buSzPts val="2807"/>
              <a:buNone/>
              <a:defRPr sz="2807" b="1"/>
            </a:lvl3pPr>
            <a:lvl4pPr marL="1828800" lvl="3" indent="-228600" algn="l">
              <a:lnSpc>
                <a:spcPct val="90000"/>
              </a:lnSpc>
              <a:spcBef>
                <a:spcPts val="780"/>
              </a:spcBef>
              <a:spcAft>
                <a:spcPts val="0"/>
              </a:spcAft>
              <a:buClr>
                <a:schemeClr val="dk1"/>
              </a:buClr>
              <a:buSzPts val="2495"/>
              <a:buNone/>
              <a:defRPr sz="2495" b="1"/>
            </a:lvl4pPr>
            <a:lvl5pPr marL="2286000" lvl="4" indent="-228600" algn="l">
              <a:lnSpc>
                <a:spcPct val="90000"/>
              </a:lnSpc>
              <a:spcBef>
                <a:spcPts val="780"/>
              </a:spcBef>
              <a:spcAft>
                <a:spcPts val="0"/>
              </a:spcAft>
              <a:buClr>
                <a:schemeClr val="dk1"/>
              </a:buClr>
              <a:buSzPts val="2495"/>
              <a:buNone/>
              <a:defRPr sz="2495" b="1"/>
            </a:lvl5pPr>
            <a:lvl6pPr marL="2743200" lvl="5" indent="-228600" algn="l">
              <a:lnSpc>
                <a:spcPct val="90000"/>
              </a:lnSpc>
              <a:spcBef>
                <a:spcPts val="780"/>
              </a:spcBef>
              <a:spcAft>
                <a:spcPts val="0"/>
              </a:spcAft>
              <a:buClr>
                <a:schemeClr val="dk1"/>
              </a:buClr>
              <a:buSzPts val="2495"/>
              <a:buNone/>
              <a:defRPr sz="2495" b="1"/>
            </a:lvl6pPr>
            <a:lvl7pPr marL="3200400" lvl="6" indent="-228600" algn="l">
              <a:lnSpc>
                <a:spcPct val="90000"/>
              </a:lnSpc>
              <a:spcBef>
                <a:spcPts val="780"/>
              </a:spcBef>
              <a:spcAft>
                <a:spcPts val="0"/>
              </a:spcAft>
              <a:buClr>
                <a:schemeClr val="dk1"/>
              </a:buClr>
              <a:buSzPts val="2495"/>
              <a:buNone/>
              <a:defRPr sz="2495" b="1"/>
            </a:lvl7pPr>
            <a:lvl8pPr marL="3657600" lvl="7" indent="-228600" algn="l">
              <a:lnSpc>
                <a:spcPct val="90000"/>
              </a:lnSpc>
              <a:spcBef>
                <a:spcPts val="780"/>
              </a:spcBef>
              <a:spcAft>
                <a:spcPts val="0"/>
              </a:spcAft>
              <a:buClr>
                <a:schemeClr val="dk1"/>
              </a:buClr>
              <a:buSzPts val="2495"/>
              <a:buNone/>
              <a:defRPr sz="2495" b="1"/>
            </a:lvl8pPr>
            <a:lvl9pPr marL="4114800" lvl="8" indent="-228600" algn="l">
              <a:lnSpc>
                <a:spcPct val="90000"/>
              </a:lnSpc>
              <a:spcBef>
                <a:spcPts val="780"/>
              </a:spcBef>
              <a:spcAft>
                <a:spcPts val="0"/>
              </a:spcAft>
              <a:buClr>
                <a:schemeClr val="dk1"/>
              </a:buClr>
              <a:buSzPts val="2495"/>
              <a:buNone/>
              <a:defRPr sz="2495" b="1"/>
            </a:lvl9pPr>
          </a:lstStyle>
          <a:p>
            <a:endParaRPr/>
          </a:p>
        </p:txBody>
      </p:sp>
      <p:sp>
        <p:nvSpPr>
          <p:cNvPr id="47" name="Google Shape;47;p7"/>
          <p:cNvSpPr txBox="1">
            <a:spLocks noGrp="1"/>
          </p:cNvSpPr>
          <p:nvPr>
            <p:ph type="body" idx="2"/>
          </p:nvPr>
        </p:nvSpPr>
        <p:spPr>
          <a:xfrm>
            <a:off x="1309436" y="3906061"/>
            <a:ext cx="8042253" cy="57452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9623971" y="2621369"/>
            <a:ext cx="8081859" cy="128469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59"/>
              </a:spcBef>
              <a:spcAft>
                <a:spcPts val="0"/>
              </a:spcAft>
              <a:buClr>
                <a:schemeClr val="dk1"/>
              </a:buClr>
              <a:buSzPts val="3742"/>
              <a:buNone/>
              <a:defRPr sz="3741" b="1"/>
            </a:lvl1pPr>
            <a:lvl2pPr marL="914400" lvl="1" indent="-228600" algn="l">
              <a:lnSpc>
                <a:spcPct val="90000"/>
              </a:lnSpc>
              <a:spcBef>
                <a:spcPts val="780"/>
              </a:spcBef>
              <a:spcAft>
                <a:spcPts val="0"/>
              </a:spcAft>
              <a:buClr>
                <a:schemeClr val="dk1"/>
              </a:buClr>
              <a:buSzPts val="3118"/>
              <a:buNone/>
              <a:defRPr sz="3118" b="1"/>
            </a:lvl2pPr>
            <a:lvl3pPr marL="1371600" lvl="2" indent="-228600" algn="l">
              <a:lnSpc>
                <a:spcPct val="90000"/>
              </a:lnSpc>
              <a:spcBef>
                <a:spcPts val="780"/>
              </a:spcBef>
              <a:spcAft>
                <a:spcPts val="0"/>
              </a:spcAft>
              <a:buClr>
                <a:schemeClr val="dk1"/>
              </a:buClr>
              <a:buSzPts val="2807"/>
              <a:buNone/>
              <a:defRPr sz="2807" b="1"/>
            </a:lvl3pPr>
            <a:lvl4pPr marL="1828800" lvl="3" indent="-228600" algn="l">
              <a:lnSpc>
                <a:spcPct val="90000"/>
              </a:lnSpc>
              <a:spcBef>
                <a:spcPts val="780"/>
              </a:spcBef>
              <a:spcAft>
                <a:spcPts val="0"/>
              </a:spcAft>
              <a:buClr>
                <a:schemeClr val="dk1"/>
              </a:buClr>
              <a:buSzPts val="2495"/>
              <a:buNone/>
              <a:defRPr sz="2495" b="1"/>
            </a:lvl4pPr>
            <a:lvl5pPr marL="2286000" lvl="4" indent="-228600" algn="l">
              <a:lnSpc>
                <a:spcPct val="90000"/>
              </a:lnSpc>
              <a:spcBef>
                <a:spcPts val="780"/>
              </a:spcBef>
              <a:spcAft>
                <a:spcPts val="0"/>
              </a:spcAft>
              <a:buClr>
                <a:schemeClr val="dk1"/>
              </a:buClr>
              <a:buSzPts val="2495"/>
              <a:buNone/>
              <a:defRPr sz="2495" b="1"/>
            </a:lvl5pPr>
            <a:lvl6pPr marL="2743200" lvl="5" indent="-228600" algn="l">
              <a:lnSpc>
                <a:spcPct val="90000"/>
              </a:lnSpc>
              <a:spcBef>
                <a:spcPts val="780"/>
              </a:spcBef>
              <a:spcAft>
                <a:spcPts val="0"/>
              </a:spcAft>
              <a:buClr>
                <a:schemeClr val="dk1"/>
              </a:buClr>
              <a:buSzPts val="2495"/>
              <a:buNone/>
              <a:defRPr sz="2495" b="1"/>
            </a:lvl6pPr>
            <a:lvl7pPr marL="3200400" lvl="6" indent="-228600" algn="l">
              <a:lnSpc>
                <a:spcPct val="90000"/>
              </a:lnSpc>
              <a:spcBef>
                <a:spcPts val="780"/>
              </a:spcBef>
              <a:spcAft>
                <a:spcPts val="0"/>
              </a:spcAft>
              <a:buClr>
                <a:schemeClr val="dk1"/>
              </a:buClr>
              <a:buSzPts val="2495"/>
              <a:buNone/>
              <a:defRPr sz="2495" b="1"/>
            </a:lvl7pPr>
            <a:lvl8pPr marL="3657600" lvl="7" indent="-228600" algn="l">
              <a:lnSpc>
                <a:spcPct val="90000"/>
              </a:lnSpc>
              <a:spcBef>
                <a:spcPts val="780"/>
              </a:spcBef>
              <a:spcAft>
                <a:spcPts val="0"/>
              </a:spcAft>
              <a:buClr>
                <a:schemeClr val="dk1"/>
              </a:buClr>
              <a:buSzPts val="2495"/>
              <a:buNone/>
              <a:defRPr sz="2495" b="1"/>
            </a:lvl8pPr>
            <a:lvl9pPr marL="4114800" lvl="8" indent="-228600" algn="l">
              <a:lnSpc>
                <a:spcPct val="90000"/>
              </a:lnSpc>
              <a:spcBef>
                <a:spcPts val="780"/>
              </a:spcBef>
              <a:spcAft>
                <a:spcPts val="0"/>
              </a:spcAft>
              <a:buClr>
                <a:schemeClr val="dk1"/>
              </a:buClr>
              <a:buSzPts val="2495"/>
              <a:buNone/>
              <a:defRPr sz="2495" b="1"/>
            </a:lvl9pPr>
          </a:lstStyle>
          <a:p>
            <a:endParaRPr/>
          </a:p>
        </p:txBody>
      </p:sp>
      <p:sp>
        <p:nvSpPr>
          <p:cNvPr id="49" name="Google Shape;49;p7"/>
          <p:cNvSpPr txBox="1">
            <a:spLocks noGrp="1"/>
          </p:cNvSpPr>
          <p:nvPr>
            <p:ph type="body" idx="4"/>
          </p:nvPr>
        </p:nvSpPr>
        <p:spPr>
          <a:xfrm>
            <a:off x="9623971" y="3906061"/>
            <a:ext cx="8081859" cy="57452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309436" y="712893"/>
            <a:ext cx="6131320" cy="24951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989"/>
              <a:buFont typeface="Calibri"/>
              <a:buNone/>
              <a:defRPr sz="498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8081859" y="1539652"/>
            <a:ext cx="9623971" cy="7599245"/>
          </a:xfrm>
          <a:prstGeom prst="rect">
            <a:avLst/>
          </a:prstGeom>
          <a:noFill/>
          <a:ln>
            <a:noFill/>
          </a:ln>
        </p:spPr>
        <p:txBody>
          <a:bodyPr spcFirstLastPara="1" wrap="square" lIns="91425" tIns="45700" rIns="91425" bIns="45700" anchor="t" anchorCtr="0">
            <a:normAutofit/>
          </a:bodyPr>
          <a:lstStyle>
            <a:lvl1pPr marL="457200" lvl="0" indent="-545401" algn="l">
              <a:lnSpc>
                <a:spcPct val="90000"/>
              </a:lnSpc>
              <a:spcBef>
                <a:spcPts val="1559"/>
              </a:spcBef>
              <a:spcAft>
                <a:spcPts val="0"/>
              </a:spcAft>
              <a:buClr>
                <a:schemeClr val="dk1"/>
              </a:buClr>
              <a:buSzPts val="4989"/>
              <a:buChar char="•"/>
              <a:defRPr sz="4989"/>
            </a:lvl1pPr>
            <a:lvl2pPr marL="914400" lvl="1" indent="-505841" algn="l">
              <a:lnSpc>
                <a:spcPct val="90000"/>
              </a:lnSpc>
              <a:spcBef>
                <a:spcPts val="780"/>
              </a:spcBef>
              <a:spcAft>
                <a:spcPts val="0"/>
              </a:spcAft>
              <a:buClr>
                <a:schemeClr val="dk1"/>
              </a:buClr>
              <a:buSzPts val="4366"/>
              <a:buChar char="•"/>
              <a:defRPr sz="4366"/>
            </a:lvl2pPr>
            <a:lvl3pPr marL="1371600" lvl="2" indent="-466217" algn="l">
              <a:lnSpc>
                <a:spcPct val="90000"/>
              </a:lnSpc>
              <a:spcBef>
                <a:spcPts val="780"/>
              </a:spcBef>
              <a:spcAft>
                <a:spcPts val="0"/>
              </a:spcAft>
              <a:buClr>
                <a:schemeClr val="dk1"/>
              </a:buClr>
              <a:buSzPts val="3742"/>
              <a:buChar char="•"/>
              <a:defRPr sz="3741"/>
            </a:lvl3pPr>
            <a:lvl4pPr marL="1828800" lvl="3" indent="-426592" algn="l">
              <a:lnSpc>
                <a:spcPct val="90000"/>
              </a:lnSpc>
              <a:spcBef>
                <a:spcPts val="780"/>
              </a:spcBef>
              <a:spcAft>
                <a:spcPts val="0"/>
              </a:spcAft>
              <a:buClr>
                <a:schemeClr val="dk1"/>
              </a:buClr>
              <a:buSzPts val="3118"/>
              <a:buChar char="•"/>
              <a:defRPr sz="3118"/>
            </a:lvl4pPr>
            <a:lvl5pPr marL="2286000" lvl="4" indent="-426592" algn="l">
              <a:lnSpc>
                <a:spcPct val="90000"/>
              </a:lnSpc>
              <a:spcBef>
                <a:spcPts val="780"/>
              </a:spcBef>
              <a:spcAft>
                <a:spcPts val="0"/>
              </a:spcAft>
              <a:buClr>
                <a:schemeClr val="dk1"/>
              </a:buClr>
              <a:buSzPts val="3118"/>
              <a:buChar char="•"/>
              <a:defRPr sz="3118"/>
            </a:lvl5pPr>
            <a:lvl6pPr marL="2743200" lvl="5" indent="-426592" algn="l">
              <a:lnSpc>
                <a:spcPct val="90000"/>
              </a:lnSpc>
              <a:spcBef>
                <a:spcPts val="780"/>
              </a:spcBef>
              <a:spcAft>
                <a:spcPts val="0"/>
              </a:spcAft>
              <a:buClr>
                <a:schemeClr val="dk1"/>
              </a:buClr>
              <a:buSzPts val="3118"/>
              <a:buChar char="•"/>
              <a:defRPr sz="3118"/>
            </a:lvl6pPr>
            <a:lvl7pPr marL="3200400" lvl="6" indent="-426592" algn="l">
              <a:lnSpc>
                <a:spcPct val="90000"/>
              </a:lnSpc>
              <a:spcBef>
                <a:spcPts val="780"/>
              </a:spcBef>
              <a:spcAft>
                <a:spcPts val="0"/>
              </a:spcAft>
              <a:buClr>
                <a:schemeClr val="dk1"/>
              </a:buClr>
              <a:buSzPts val="3118"/>
              <a:buChar char="•"/>
              <a:defRPr sz="3118"/>
            </a:lvl7pPr>
            <a:lvl8pPr marL="3657600" lvl="7" indent="-426592" algn="l">
              <a:lnSpc>
                <a:spcPct val="90000"/>
              </a:lnSpc>
              <a:spcBef>
                <a:spcPts val="780"/>
              </a:spcBef>
              <a:spcAft>
                <a:spcPts val="0"/>
              </a:spcAft>
              <a:buClr>
                <a:schemeClr val="dk1"/>
              </a:buClr>
              <a:buSzPts val="3118"/>
              <a:buChar char="•"/>
              <a:defRPr sz="3118"/>
            </a:lvl8pPr>
            <a:lvl9pPr marL="4114800" lvl="8" indent="-426592" algn="l">
              <a:lnSpc>
                <a:spcPct val="90000"/>
              </a:lnSpc>
              <a:spcBef>
                <a:spcPts val="780"/>
              </a:spcBef>
              <a:spcAft>
                <a:spcPts val="0"/>
              </a:spcAft>
              <a:buClr>
                <a:schemeClr val="dk1"/>
              </a:buClr>
              <a:buSzPts val="3118"/>
              <a:buChar char="•"/>
              <a:defRPr sz="3118"/>
            </a:lvl9pPr>
          </a:lstStyle>
          <a:p>
            <a:endParaRPr/>
          </a:p>
        </p:txBody>
      </p:sp>
      <p:sp>
        <p:nvSpPr>
          <p:cNvPr id="61" name="Google Shape;61;p9"/>
          <p:cNvSpPr txBox="1">
            <a:spLocks noGrp="1"/>
          </p:cNvSpPr>
          <p:nvPr>
            <p:ph type="body" idx="2"/>
          </p:nvPr>
        </p:nvSpPr>
        <p:spPr>
          <a:xfrm>
            <a:off x="1309436" y="3208020"/>
            <a:ext cx="6131320" cy="59432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chemeClr val="dk1"/>
              </a:buClr>
              <a:buSzPts val="2495"/>
              <a:buNone/>
              <a:defRPr sz="2495"/>
            </a:lvl1pPr>
            <a:lvl2pPr marL="914400" lvl="1" indent="-228600" algn="l">
              <a:lnSpc>
                <a:spcPct val="90000"/>
              </a:lnSpc>
              <a:spcBef>
                <a:spcPts val="780"/>
              </a:spcBef>
              <a:spcAft>
                <a:spcPts val="0"/>
              </a:spcAft>
              <a:buClr>
                <a:schemeClr val="dk1"/>
              </a:buClr>
              <a:buSzPts val="2183"/>
              <a:buNone/>
              <a:defRPr sz="2183"/>
            </a:lvl2pPr>
            <a:lvl3pPr marL="1371600" lvl="2" indent="-228600" algn="l">
              <a:lnSpc>
                <a:spcPct val="90000"/>
              </a:lnSpc>
              <a:spcBef>
                <a:spcPts val="780"/>
              </a:spcBef>
              <a:spcAft>
                <a:spcPts val="0"/>
              </a:spcAft>
              <a:buClr>
                <a:schemeClr val="dk1"/>
              </a:buClr>
              <a:buSzPts val="1871"/>
              <a:buNone/>
              <a:defRPr sz="1870"/>
            </a:lvl3pPr>
            <a:lvl4pPr marL="1828800" lvl="3" indent="-228600" algn="l">
              <a:lnSpc>
                <a:spcPct val="90000"/>
              </a:lnSpc>
              <a:spcBef>
                <a:spcPts val="780"/>
              </a:spcBef>
              <a:spcAft>
                <a:spcPts val="0"/>
              </a:spcAft>
              <a:buClr>
                <a:schemeClr val="dk1"/>
              </a:buClr>
              <a:buSzPts val="1559"/>
              <a:buNone/>
              <a:defRPr sz="1559"/>
            </a:lvl4pPr>
            <a:lvl5pPr marL="2286000" lvl="4" indent="-228600" algn="l">
              <a:lnSpc>
                <a:spcPct val="90000"/>
              </a:lnSpc>
              <a:spcBef>
                <a:spcPts val="780"/>
              </a:spcBef>
              <a:spcAft>
                <a:spcPts val="0"/>
              </a:spcAft>
              <a:buClr>
                <a:schemeClr val="dk1"/>
              </a:buClr>
              <a:buSzPts val="1559"/>
              <a:buNone/>
              <a:defRPr sz="1559"/>
            </a:lvl5pPr>
            <a:lvl6pPr marL="2743200" lvl="5" indent="-228600" algn="l">
              <a:lnSpc>
                <a:spcPct val="90000"/>
              </a:lnSpc>
              <a:spcBef>
                <a:spcPts val="780"/>
              </a:spcBef>
              <a:spcAft>
                <a:spcPts val="0"/>
              </a:spcAft>
              <a:buClr>
                <a:schemeClr val="dk1"/>
              </a:buClr>
              <a:buSzPts val="1559"/>
              <a:buNone/>
              <a:defRPr sz="1559"/>
            </a:lvl6pPr>
            <a:lvl7pPr marL="3200400" lvl="6" indent="-228600" algn="l">
              <a:lnSpc>
                <a:spcPct val="90000"/>
              </a:lnSpc>
              <a:spcBef>
                <a:spcPts val="780"/>
              </a:spcBef>
              <a:spcAft>
                <a:spcPts val="0"/>
              </a:spcAft>
              <a:buClr>
                <a:schemeClr val="dk1"/>
              </a:buClr>
              <a:buSzPts val="1559"/>
              <a:buNone/>
              <a:defRPr sz="1559"/>
            </a:lvl7pPr>
            <a:lvl8pPr marL="3657600" lvl="7" indent="-228600" algn="l">
              <a:lnSpc>
                <a:spcPct val="90000"/>
              </a:lnSpc>
              <a:spcBef>
                <a:spcPts val="780"/>
              </a:spcBef>
              <a:spcAft>
                <a:spcPts val="0"/>
              </a:spcAft>
              <a:buClr>
                <a:schemeClr val="dk1"/>
              </a:buClr>
              <a:buSzPts val="1559"/>
              <a:buNone/>
              <a:defRPr sz="1559"/>
            </a:lvl8pPr>
            <a:lvl9pPr marL="4114800" lvl="8" indent="-228600" algn="l">
              <a:lnSpc>
                <a:spcPct val="90000"/>
              </a:lnSpc>
              <a:spcBef>
                <a:spcPts val="780"/>
              </a:spcBef>
              <a:spcAft>
                <a:spcPts val="0"/>
              </a:spcAft>
              <a:buClr>
                <a:schemeClr val="dk1"/>
              </a:buClr>
              <a:buSzPts val="1559"/>
              <a:buNone/>
              <a:defRPr sz="1559"/>
            </a:lvl9pPr>
          </a:lstStyle>
          <a:p>
            <a:endParaRPr/>
          </a:p>
        </p:txBody>
      </p:sp>
      <p:sp>
        <p:nvSpPr>
          <p:cNvPr id="62" name="Google Shape;62;p9"/>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309436" y="712893"/>
            <a:ext cx="6131320" cy="24951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989"/>
              <a:buFont typeface="Calibri"/>
              <a:buNone/>
              <a:defRPr sz="498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8081859" y="1539652"/>
            <a:ext cx="9623971" cy="759924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59"/>
              </a:spcBef>
              <a:spcAft>
                <a:spcPts val="0"/>
              </a:spcAft>
              <a:buClr>
                <a:schemeClr val="dk1"/>
              </a:buClr>
              <a:buSzPts val="4989"/>
              <a:buFont typeface="Arial"/>
              <a:buNone/>
              <a:defRPr sz="4989" b="0" i="0" u="none" strike="noStrike" cap="none">
                <a:solidFill>
                  <a:schemeClr val="dk1"/>
                </a:solidFill>
                <a:latin typeface="Calibri"/>
                <a:ea typeface="Calibri"/>
                <a:cs typeface="Calibri"/>
                <a:sym typeface="Calibri"/>
              </a:defRPr>
            </a:lvl1pPr>
            <a:lvl2pPr marR="0" lvl="1" algn="l" rtl="0">
              <a:lnSpc>
                <a:spcPct val="90000"/>
              </a:lnSpc>
              <a:spcBef>
                <a:spcPts val="780"/>
              </a:spcBef>
              <a:spcAft>
                <a:spcPts val="0"/>
              </a:spcAft>
              <a:buClr>
                <a:schemeClr val="dk1"/>
              </a:buClr>
              <a:buSzPts val="4366"/>
              <a:buFont typeface="Arial"/>
              <a:buNone/>
              <a:defRPr sz="4366" b="0" i="0" u="none" strike="noStrike" cap="none">
                <a:solidFill>
                  <a:schemeClr val="dk1"/>
                </a:solidFill>
                <a:latin typeface="Calibri"/>
                <a:ea typeface="Calibri"/>
                <a:cs typeface="Calibri"/>
                <a:sym typeface="Calibri"/>
              </a:defRPr>
            </a:lvl2pPr>
            <a:lvl3pPr marR="0" lvl="2" algn="l" rtl="0">
              <a:lnSpc>
                <a:spcPct val="90000"/>
              </a:lnSpc>
              <a:spcBef>
                <a:spcPts val="780"/>
              </a:spcBef>
              <a:spcAft>
                <a:spcPts val="0"/>
              </a:spcAft>
              <a:buClr>
                <a:schemeClr val="dk1"/>
              </a:buClr>
              <a:buSzPts val="3742"/>
              <a:buFont typeface="Arial"/>
              <a:buNone/>
              <a:defRPr sz="3741" b="0" i="0" u="none" strike="noStrike" cap="none">
                <a:solidFill>
                  <a:schemeClr val="dk1"/>
                </a:solidFill>
                <a:latin typeface="Calibri"/>
                <a:ea typeface="Calibri"/>
                <a:cs typeface="Calibri"/>
                <a:sym typeface="Calibri"/>
              </a:defRPr>
            </a:lvl3pPr>
            <a:lvl4pPr marR="0" lvl="3"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4pPr>
            <a:lvl5pPr marR="0" lvl="4"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5pPr>
            <a:lvl6pPr marR="0" lvl="5"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6pPr>
            <a:lvl7pPr marR="0" lvl="6"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7pPr>
            <a:lvl8pPr marR="0" lvl="7"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8pPr>
            <a:lvl9pPr marR="0" lvl="8" algn="l" rtl="0">
              <a:lnSpc>
                <a:spcPct val="90000"/>
              </a:lnSpc>
              <a:spcBef>
                <a:spcPts val="780"/>
              </a:spcBef>
              <a:spcAft>
                <a:spcPts val="0"/>
              </a:spcAft>
              <a:buClr>
                <a:schemeClr val="dk1"/>
              </a:buClr>
              <a:buSzPts val="3118"/>
              <a:buFont typeface="Arial"/>
              <a:buNone/>
              <a:defRPr sz="3118"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1309436" y="3208020"/>
            <a:ext cx="6131320" cy="59432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59"/>
              </a:spcBef>
              <a:spcAft>
                <a:spcPts val="0"/>
              </a:spcAft>
              <a:buClr>
                <a:schemeClr val="dk1"/>
              </a:buClr>
              <a:buSzPts val="2495"/>
              <a:buNone/>
              <a:defRPr sz="2495"/>
            </a:lvl1pPr>
            <a:lvl2pPr marL="914400" lvl="1" indent="-228600" algn="l">
              <a:lnSpc>
                <a:spcPct val="90000"/>
              </a:lnSpc>
              <a:spcBef>
                <a:spcPts val="780"/>
              </a:spcBef>
              <a:spcAft>
                <a:spcPts val="0"/>
              </a:spcAft>
              <a:buClr>
                <a:schemeClr val="dk1"/>
              </a:buClr>
              <a:buSzPts val="2183"/>
              <a:buNone/>
              <a:defRPr sz="2183"/>
            </a:lvl2pPr>
            <a:lvl3pPr marL="1371600" lvl="2" indent="-228600" algn="l">
              <a:lnSpc>
                <a:spcPct val="90000"/>
              </a:lnSpc>
              <a:spcBef>
                <a:spcPts val="780"/>
              </a:spcBef>
              <a:spcAft>
                <a:spcPts val="0"/>
              </a:spcAft>
              <a:buClr>
                <a:schemeClr val="dk1"/>
              </a:buClr>
              <a:buSzPts val="1871"/>
              <a:buNone/>
              <a:defRPr sz="1870"/>
            </a:lvl3pPr>
            <a:lvl4pPr marL="1828800" lvl="3" indent="-228600" algn="l">
              <a:lnSpc>
                <a:spcPct val="90000"/>
              </a:lnSpc>
              <a:spcBef>
                <a:spcPts val="780"/>
              </a:spcBef>
              <a:spcAft>
                <a:spcPts val="0"/>
              </a:spcAft>
              <a:buClr>
                <a:schemeClr val="dk1"/>
              </a:buClr>
              <a:buSzPts val="1559"/>
              <a:buNone/>
              <a:defRPr sz="1559"/>
            </a:lvl4pPr>
            <a:lvl5pPr marL="2286000" lvl="4" indent="-228600" algn="l">
              <a:lnSpc>
                <a:spcPct val="90000"/>
              </a:lnSpc>
              <a:spcBef>
                <a:spcPts val="780"/>
              </a:spcBef>
              <a:spcAft>
                <a:spcPts val="0"/>
              </a:spcAft>
              <a:buClr>
                <a:schemeClr val="dk1"/>
              </a:buClr>
              <a:buSzPts val="1559"/>
              <a:buNone/>
              <a:defRPr sz="1559"/>
            </a:lvl5pPr>
            <a:lvl6pPr marL="2743200" lvl="5" indent="-228600" algn="l">
              <a:lnSpc>
                <a:spcPct val="90000"/>
              </a:lnSpc>
              <a:spcBef>
                <a:spcPts val="780"/>
              </a:spcBef>
              <a:spcAft>
                <a:spcPts val="0"/>
              </a:spcAft>
              <a:buClr>
                <a:schemeClr val="dk1"/>
              </a:buClr>
              <a:buSzPts val="1559"/>
              <a:buNone/>
              <a:defRPr sz="1559"/>
            </a:lvl6pPr>
            <a:lvl7pPr marL="3200400" lvl="6" indent="-228600" algn="l">
              <a:lnSpc>
                <a:spcPct val="90000"/>
              </a:lnSpc>
              <a:spcBef>
                <a:spcPts val="780"/>
              </a:spcBef>
              <a:spcAft>
                <a:spcPts val="0"/>
              </a:spcAft>
              <a:buClr>
                <a:schemeClr val="dk1"/>
              </a:buClr>
              <a:buSzPts val="1559"/>
              <a:buNone/>
              <a:defRPr sz="1559"/>
            </a:lvl7pPr>
            <a:lvl8pPr marL="3657600" lvl="7" indent="-228600" algn="l">
              <a:lnSpc>
                <a:spcPct val="90000"/>
              </a:lnSpc>
              <a:spcBef>
                <a:spcPts val="780"/>
              </a:spcBef>
              <a:spcAft>
                <a:spcPts val="0"/>
              </a:spcAft>
              <a:buClr>
                <a:schemeClr val="dk1"/>
              </a:buClr>
              <a:buSzPts val="1559"/>
              <a:buNone/>
              <a:defRPr sz="1559"/>
            </a:lvl8pPr>
            <a:lvl9pPr marL="4114800" lvl="8" indent="-228600" algn="l">
              <a:lnSpc>
                <a:spcPct val="90000"/>
              </a:lnSpc>
              <a:spcBef>
                <a:spcPts val="780"/>
              </a:spcBef>
              <a:spcAft>
                <a:spcPts val="0"/>
              </a:spcAft>
              <a:buClr>
                <a:schemeClr val="dk1"/>
              </a:buClr>
              <a:buSzPts val="1559"/>
              <a:buNone/>
              <a:defRPr sz="1559"/>
            </a:lvl9pPr>
          </a:lstStyle>
          <a:p>
            <a:endParaRPr/>
          </a:p>
        </p:txBody>
      </p:sp>
      <p:sp>
        <p:nvSpPr>
          <p:cNvPr id="69" name="Google Shape;69;p10"/>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6112725" y="-1959143"/>
            <a:ext cx="6784864" cy="163963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1122724" y="3050857"/>
            <a:ext cx="9062162" cy="409909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2805712" y="-929427"/>
            <a:ext cx="9062162" cy="120596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59"/>
              </a:spcBef>
              <a:spcAft>
                <a:spcPts val="0"/>
              </a:spcAft>
              <a:buClr>
                <a:schemeClr val="dk1"/>
              </a:buClr>
              <a:buSzPts val="1800"/>
              <a:buChar char="•"/>
              <a:defRPr/>
            </a:lvl1pPr>
            <a:lvl2pPr marL="914400" lvl="1" indent="-342900" algn="l">
              <a:lnSpc>
                <a:spcPct val="90000"/>
              </a:lnSpc>
              <a:spcBef>
                <a:spcPts val="780"/>
              </a:spcBef>
              <a:spcAft>
                <a:spcPts val="0"/>
              </a:spcAft>
              <a:buClr>
                <a:schemeClr val="dk1"/>
              </a:buClr>
              <a:buSzPts val="1800"/>
              <a:buChar char="•"/>
              <a:defRPr/>
            </a:lvl2pPr>
            <a:lvl3pPr marL="1371600" lvl="2" indent="-342900" algn="l">
              <a:lnSpc>
                <a:spcPct val="90000"/>
              </a:lnSpc>
              <a:spcBef>
                <a:spcPts val="780"/>
              </a:spcBef>
              <a:spcAft>
                <a:spcPts val="0"/>
              </a:spcAft>
              <a:buClr>
                <a:schemeClr val="dk1"/>
              </a:buClr>
              <a:buSzPts val="1800"/>
              <a:buChar char="•"/>
              <a:defRPr/>
            </a:lvl3pPr>
            <a:lvl4pPr marL="1828800" lvl="3" indent="-342900" algn="l">
              <a:lnSpc>
                <a:spcPct val="90000"/>
              </a:lnSpc>
              <a:spcBef>
                <a:spcPts val="780"/>
              </a:spcBef>
              <a:spcAft>
                <a:spcPts val="0"/>
              </a:spcAft>
              <a:buClr>
                <a:schemeClr val="dk1"/>
              </a:buClr>
              <a:buSzPts val="1800"/>
              <a:buChar char="•"/>
              <a:defRPr/>
            </a:lvl4pPr>
            <a:lvl5pPr marL="2286000" lvl="4" indent="-342900" algn="l">
              <a:lnSpc>
                <a:spcPct val="90000"/>
              </a:lnSpc>
              <a:spcBef>
                <a:spcPts val="780"/>
              </a:spcBef>
              <a:spcAft>
                <a:spcPts val="0"/>
              </a:spcAft>
              <a:buClr>
                <a:schemeClr val="dk1"/>
              </a:buClr>
              <a:buSzPts val="1800"/>
              <a:buChar char="•"/>
              <a:defRPr/>
            </a:lvl5pPr>
            <a:lvl6pPr marL="2743200" lvl="5" indent="-342900" algn="l">
              <a:lnSpc>
                <a:spcPct val="90000"/>
              </a:lnSpc>
              <a:spcBef>
                <a:spcPts val="780"/>
              </a:spcBef>
              <a:spcAft>
                <a:spcPts val="0"/>
              </a:spcAft>
              <a:buClr>
                <a:schemeClr val="dk1"/>
              </a:buClr>
              <a:buSzPts val="1800"/>
              <a:buChar char="•"/>
              <a:defRPr/>
            </a:lvl6pPr>
            <a:lvl7pPr marL="3200400" lvl="6" indent="-342900" algn="l">
              <a:lnSpc>
                <a:spcPct val="90000"/>
              </a:lnSpc>
              <a:spcBef>
                <a:spcPts val="780"/>
              </a:spcBef>
              <a:spcAft>
                <a:spcPts val="0"/>
              </a:spcAft>
              <a:buClr>
                <a:schemeClr val="dk1"/>
              </a:buClr>
              <a:buSzPts val="1800"/>
              <a:buChar char="•"/>
              <a:defRPr/>
            </a:lvl7pPr>
            <a:lvl8pPr marL="3657600" lvl="7" indent="-342900" algn="l">
              <a:lnSpc>
                <a:spcPct val="90000"/>
              </a:lnSpc>
              <a:spcBef>
                <a:spcPts val="780"/>
              </a:spcBef>
              <a:spcAft>
                <a:spcPts val="0"/>
              </a:spcAft>
              <a:buClr>
                <a:schemeClr val="dk1"/>
              </a:buClr>
              <a:buSzPts val="1800"/>
              <a:buChar char="•"/>
              <a:defRPr/>
            </a:lvl8pPr>
            <a:lvl9pPr marL="4114800" lvl="8" indent="-342900" algn="l">
              <a:lnSpc>
                <a:spcPct val="90000"/>
              </a:lnSpc>
              <a:spcBef>
                <a:spcPts val="78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DEAF6"/>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306959" y="569326"/>
            <a:ext cx="16396395" cy="206689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860"/>
              <a:buFont typeface="Calibri"/>
              <a:buNone/>
              <a:defRPr sz="686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306959" y="2846623"/>
            <a:ext cx="16396395" cy="6784864"/>
          </a:xfrm>
          <a:prstGeom prst="rect">
            <a:avLst/>
          </a:prstGeom>
          <a:noFill/>
          <a:ln>
            <a:noFill/>
          </a:ln>
        </p:spPr>
        <p:txBody>
          <a:bodyPr spcFirstLastPara="1" wrap="square" lIns="91425" tIns="45700" rIns="91425" bIns="45700" anchor="t" anchorCtr="0">
            <a:normAutofit/>
          </a:bodyPr>
          <a:lstStyle>
            <a:lvl1pPr marL="457200" marR="0" lvl="0" indent="-505841" algn="l" rtl="0">
              <a:lnSpc>
                <a:spcPct val="90000"/>
              </a:lnSpc>
              <a:spcBef>
                <a:spcPts val="1559"/>
              </a:spcBef>
              <a:spcAft>
                <a:spcPts val="0"/>
              </a:spcAft>
              <a:buClr>
                <a:schemeClr val="dk1"/>
              </a:buClr>
              <a:buSzPts val="4366"/>
              <a:buFont typeface="Arial"/>
              <a:buChar char="•"/>
              <a:defRPr sz="4366" b="0" i="0" u="none" strike="noStrike" cap="none">
                <a:solidFill>
                  <a:schemeClr val="dk1"/>
                </a:solidFill>
                <a:latin typeface="Calibri"/>
                <a:ea typeface="Calibri"/>
                <a:cs typeface="Calibri"/>
                <a:sym typeface="Calibri"/>
              </a:defRPr>
            </a:lvl1pPr>
            <a:lvl2pPr marL="914400" marR="0" lvl="1" indent="-466217" algn="l" rtl="0">
              <a:lnSpc>
                <a:spcPct val="90000"/>
              </a:lnSpc>
              <a:spcBef>
                <a:spcPts val="780"/>
              </a:spcBef>
              <a:spcAft>
                <a:spcPts val="0"/>
              </a:spcAft>
              <a:buClr>
                <a:schemeClr val="dk1"/>
              </a:buClr>
              <a:buSzPts val="3742"/>
              <a:buFont typeface="Arial"/>
              <a:buChar char="•"/>
              <a:defRPr sz="3741" b="0" i="0" u="none" strike="noStrike" cap="none">
                <a:solidFill>
                  <a:schemeClr val="dk1"/>
                </a:solidFill>
                <a:latin typeface="Calibri"/>
                <a:ea typeface="Calibri"/>
                <a:cs typeface="Calibri"/>
                <a:sym typeface="Calibri"/>
              </a:defRPr>
            </a:lvl2pPr>
            <a:lvl3pPr marL="1371600" marR="0" lvl="2" indent="-426592" algn="l" rtl="0">
              <a:lnSpc>
                <a:spcPct val="90000"/>
              </a:lnSpc>
              <a:spcBef>
                <a:spcPts val="780"/>
              </a:spcBef>
              <a:spcAft>
                <a:spcPts val="0"/>
              </a:spcAft>
              <a:buClr>
                <a:schemeClr val="dk1"/>
              </a:buClr>
              <a:buSzPts val="3118"/>
              <a:buFont typeface="Arial"/>
              <a:buChar char="•"/>
              <a:defRPr sz="3118" b="0" i="0" u="none" strike="noStrike" cap="none">
                <a:solidFill>
                  <a:schemeClr val="dk1"/>
                </a:solidFill>
                <a:latin typeface="Calibri"/>
                <a:ea typeface="Calibri"/>
                <a:cs typeface="Calibri"/>
                <a:sym typeface="Calibri"/>
              </a:defRPr>
            </a:lvl3pPr>
            <a:lvl4pPr marL="1828800" marR="0" lvl="3"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4pPr>
            <a:lvl5pPr marL="2286000" marR="0" lvl="4"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5pPr>
            <a:lvl6pPr marL="2743200" marR="0" lvl="5"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6pPr>
            <a:lvl7pPr marL="3200400" marR="0" lvl="6"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7pPr>
            <a:lvl8pPr marL="3657600" marR="0" lvl="7"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8pPr>
            <a:lvl9pPr marL="4114800" marR="0" lvl="8" indent="-406844" algn="l" rtl="0">
              <a:lnSpc>
                <a:spcPct val="90000"/>
              </a:lnSpc>
              <a:spcBef>
                <a:spcPts val="780"/>
              </a:spcBef>
              <a:spcAft>
                <a:spcPts val="0"/>
              </a:spcAft>
              <a:buClr>
                <a:schemeClr val="dk1"/>
              </a:buClr>
              <a:buSzPts val="2807"/>
              <a:buFont typeface="Arial"/>
              <a:buChar char="•"/>
              <a:defRPr sz="2807"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306959" y="9911198"/>
            <a:ext cx="4277320" cy="5693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6297166" y="9911198"/>
            <a:ext cx="6415981" cy="5693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87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70" b="0" i="0" u="none" strike="noStrike" cap="none">
                <a:solidFill>
                  <a:srgbClr val="888888"/>
                </a:solidFill>
                <a:latin typeface="Calibri"/>
                <a:ea typeface="Calibri"/>
                <a:cs typeface="Calibri"/>
                <a:sym typeface="Calibri"/>
              </a:defRPr>
            </a:lvl1pPr>
            <a:lvl2pPr marL="0" marR="0" lvl="1" indent="0" algn="r" rtl="0">
              <a:spcBef>
                <a:spcPts val="0"/>
              </a:spcBef>
              <a:buNone/>
              <a:defRPr sz="1870" b="0" i="0" u="none" strike="noStrike" cap="none">
                <a:solidFill>
                  <a:srgbClr val="888888"/>
                </a:solidFill>
                <a:latin typeface="Calibri"/>
                <a:ea typeface="Calibri"/>
                <a:cs typeface="Calibri"/>
                <a:sym typeface="Calibri"/>
              </a:defRPr>
            </a:lvl2pPr>
            <a:lvl3pPr marL="0" marR="0" lvl="2" indent="0" algn="r" rtl="0">
              <a:spcBef>
                <a:spcPts val="0"/>
              </a:spcBef>
              <a:buNone/>
              <a:defRPr sz="1870" b="0" i="0" u="none" strike="noStrike" cap="none">
                <a:solidFill>
                  <a:srgbClr val="888888"/>
                </a:solidFill>
                <a:latin typeface="Calibri"/>
                <a:ea typeface="Calibri"/>
                <a:cs typeface="Calibri"/>
                <a:sym typeface="Calibri"/>
              </a:defRPr>
            </a:lvl3pPr>
            <a:lvl4pPr marL="0" marR="0" lvl="3" indent="0" algn="r" rtl="0">
              <a:spcBef>
                <a:spcPts val="0"/>
              </a:spcBef>
              <a:buNone/>
              <a:defRPr sz="1870" b="0" i="0" u="none" strike="noStrike" cap="none">
                <a:solidFill>
                  <a:srgbClr val="888888"/>
                </a:solidFill>
                <a:latin typeface="Calibri"/>
                <a:ea typeface="Calibri"/>
                <a:cs typeface="Calibri"/>
                <a:sym typeface="Calibri"/>
              </a:defRPr>
            </a:lvl4pPr>
            <a:lvl5pPr marL="0" marR="0" lvl="4" indent="0" algn="r" rtl="0">
              <a:spcBef>
                <a:spcPts val="0"/>
              </a:spcBef>
              <a:buNone/>
              <a:defRPr sz="1870" b="0" i="0" u="none" strike="noStrike" cap="none">
                <a:solidFill>
                  <a:srgbClr val="888888"/>
                </a:solidFill>
                <a:latin typeface="Calibri"/>
                <a:ea typeface="Calibri"/>
                <a:cs typeface="Calibri"/>
                <a:sym typeface="Calibri"/>
              </a:defRPr>
            </a:lvl5pPr>
            <a:lvl6pPr marL="0" marR="0" lvl="5" indent="0" algn="r" rtl="0">
              <a:spcBef>
                <a:spcPts val="0"/>
              </a:spcBef>
              <a:buNone/>
              <a:defRPr sz="1870" b="0" i="0" u="none" strike="noStrike" cap="none">
                <a:solidFill>
                  <a:srgbClr val="888888"/>
                </a:solidFill>
                <a:latin typeface="Calibri"/>
                <a:ea typeface="Calibri"/>
                <a:cs typeface="Calibri"/>
                <a:sym typeface="Calibri"/>
              </a:defRPr>
            </a:lvl6pPr>
            <a:lvl7pPr marL="0" marR="0" lvl="6" indent="0" algn="r" rtl="0">
              <a:spcBef>
                <a:spcPts val="0"/>
              </a:spcBef>
              <a:buNone/>
              <a:defRPr sz="1870" b="0" i="0" u="none" strike="noStrike" cap="none">
                <a:solidFill>
                  <a:srgbClr val="888888"/>
                </a:solidFill>
                <a:latin typeface="Calibri"/>
                <a:ea typeface="Calibri"/>
                <a:cs typeface="Calibri"/>
                <a:sym typeface="Calibri"/>
              </a:defRPr>
            </a:lvl7pPr>
            <a:lvl8pPr marL="0" marR="0" lvl="7" indent="0" algn="r" rtl="0">
              <a:spcBef>
                <a:spcPts val="0"/>
              </a:spcBef>
              <a:buNone/>
              <a:defRPr sz="1870" b="0" i="0" u="none" strike="noStrike" cap="none">
                <a:solidFill>
                  <a:srgbClr val="888888"/>
                </a:solidFill>
                <a:latin typeface="Calibri"/>
                <a:ea typeface="Calibri"/>
                <a:cs typeface="Calibri"/>
                <a:sym typeface="Calibri"/>
              </a:defRPr>
            </a:lvl8pPr>
            <a:lvl9pPr marL="0" marR="0" lvl="8" indent="0" algn="r" rtl="0">
              <a:spcBef>
                <a:spcPts val="0"/>
              </a:spcBef>
              <a:buNone/>
              <a:defRPr sz="187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3"/>
          <p:cNvGrpSpPr/>
          <p:nvPr/>
        </p:nvGrpSpPr>
        <p:grpSpPr>
          <a:xfrm>
            <a:off x="-19844" y="2021899"/>
            <a:ext cx="16334248" cy="1656203"/>
            <a:chOff x="-389731" y="8581217"/>
            <a:chExt cx="4384625" cy="443569"/>
          </a:xfrm>
        </p:grpSpPr>
        <p:sp>
          <p:nvSpPr>
            <p:cNvPr id="90" name="Google Shape;90;p13"/>
            <p:cNvSpPr/>
            <p:nvPr/>
          </p:nvSpPr>
          <p:spPr>
            <a:xfrm>
              <a:off x="-389731" y="8581217"/>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4800" dirty="0">
                  <a:solidFill>
                    <a:schemeClr val="lt1"/>
                  </a:solidFill>
                  <a:latin typeface="Calibri"/>
                  <a:ea typeface="Calibri"/>
                  <a:cs typeface="Calibri"/>
                  <a:sym typeface="Calibri"/>
                </a:rPr>
                <a:t>Static Keystroke Dynamic Authentication Model to Authenticate User During Password Change</a:t>
              </a:r>
              <a:endParaRPr sz="1800" b="0" i="0" u="none" strike="noStrike" cap="none" dirty="0">
                <a:solidFill>
                  <a:schemeClr val="lt1"/>
                </a:solidFill>
                <a:latin typeface="Calibri"/>
                <a:ea typeface="Calibri"/>
                <a:cs typeface="Calibri"/>
                <a:sym typeface="Calibri"/>
              </a:endParaRPr>
            </a:p>
          </p:txBody>
        </p:sp>
        <p:sp>
          <p:nvSpPr>
            <p:cNvPr id="91" name="Google Shape;91;p13"/>
            <p:cNvSpPr/>
            <p:nvPr/>
          </p:nvSpPr>
          <p:spPr>
            <a:xfrm>
              <a:off x="3765535" y="8585366"/>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3" name="Google Shape;93;p13"/>
          <p:cNvSpPr txBox="1"/>
          <p:nvPr/>
        </p:nvSpPr>
        <p:spPr>
          <a:xfrm>
            <a:off x="317578" y="320396"/>
            <a:ext cx="11277600"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rgbClr val="2F5496"/>
                </a:solidFill>
                <a:latin typeface="Times New Roman"/>
                <a:cs typeface="Times New Roman"/>
                <a:sym typeface="Times New Roman"/>
              </a:rPr>
              <a:t>Megha Institute of Engineering and Technology for Women- </a:t>
            </a:r>
            <a:r>
              <a:rPr lang="en-US" sz="4000" dirty="0" err="1">
                <a:solidFill>
                  <a:srgbClr val="2F5496"/>
                </a:solidFill>
                <a:latin typeface="Times New Roman"/>
                <a:cs typeface="Times New Roman"/>
                <a:sym typeface="Times New Roman"/>
              </a:rPr>
              <a:t>Ghatkesar</a:t>
            </a:r>
            <a:endParaRPr dirty="0"/>
          </a:p>
        </p:txBody>
      </p:sp>
      <p:grpSp>
        <p:nvGrpSpPr>
          <p:cNvPr id="94" name="Google Shape;94;p13"/>
          <p:cNvGrpSpPr/>
          <p:nvPr/>
        </p:nvGrpSpPr>
        <p:grpSpPr>
          <a:xfrm>
            <a:off x="-19844" y="4221843"/>
            <a:ext cx="4134644" cy="667645"/>
            <a:chOff x="601553" y="8642689"/>
            <a:chExt cx="3734795" cy="354323"/>
          </a:xfrm>
        </p:grpSpPr>
        <p:sp>
          <p:nvSpPr>
            <p:cNvPr id="95" name="Google Shape;95;p13"/>
            <p:cNvSpPr/>
            <p:nvPr/>
          </p:nvSpPr>
          <p:spPr>
            <a:xfrm>
              <a:off x="601553" y="8642693"/>
              <a:ext cx="3321810" cy="354319"/>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	Presented by</a:t>
              </a:r>
              <a:endParaRPr sz="1800">
                <a:solidFill>
                  <a:schemeClr val="lt1"/>
                </a:solidFill>
                <a:latin typeface="Calibri"/>
                <a:ea typeface="Calibri"/>
                <a:cs typeface="Calibri"/>
                <a:sym typeface="Calibri"/>
              </a:endParaRPr>
            </a:p>
          </p:txBody>
        </p:sp>
        <p:sp>
          <p:nvSpPr>
            <p:cNvPr id="96" name="Google Shape;96;p13"/>
            <p:cNvSpPr/>
            <p:nvPr/>
          </p:nvSpPr>
          <p:spPr>
            <a:xfrm>
              <a:off x="3621605" y="8642689"/>
              <a:ext cx="714743" cy="354319"/>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3"/>
          <p:cNvGrpSpPr/>
          <p:nvPr/>
        </p:nvGrpSpPr>
        <p:grpSpPr>
          <a:xfrm>
            <a:off x="15247247" y="4245779"/>
            <a:ext cx="3782909" cy="667644"/>
            <a:chOff x="-301759" y="8642690"/>
            <a:chExt cx="4225122" cy="354322"/>
          </a:xfrm>
        </p:grpSpPr>
        <p:sp>
          <p:nvSpPr>
            <p:cNvPr id="98" name="Google Shape;98;p13"/>
            <p:cNvSpPr/>
            <p:nvPr/>
          </p:nvSpPr>
          <p:spPr>
            <a:xfrm>
              <a:off x="0" y="8642690"/>
              <a:ext cx="3923363" cy="354319"/>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3600" dirty="0">
                  <a:solidFill>
                    <a:schemeClr val="lt1"/>
                  </a:solidFill>
                  <a:latin typeface="Calibri"/>
                  <a:ea typeface="Calibri"/>
                  <a:cs typeface="Calibri"/>
                  <a:sym typeface="Calibri"/>
                </a:rPr>
                <a:t>	Guided by</a:t>
              </a:r>
              <a:endParaRPr sz="1800" dirty="0">
                <a:solidFill>
                  <a:schemeClr val="lt1"/>
                </a:solidFill>
                <a:latin typeface="Calibri"/>
                <a:ea typeface="Calibri"/>
                <a:cs typeface="Calibri"/>
                <a:sym typeface="Calibri"/>
              </a:endParaRPr>
            </a:p>
          </p:txBody>
        </p:sp>
        <p:sp>
          <p:nvSpPr>
            <p:cNvPr id="99" name="Google Shape;99;p13"/>
            <p:cNvSpPr/>
            <p:nvPr/>
          </p:nvSpPr>
          <p:spPr>
            <a:xfrm>
              <a:off x="-301759" y="8642693"/>
              <a:ext cx="714743" cy="354319"/>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C55A11"/>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3"/>
          <p:cNvSpPr txBox="1"/>
          <p:nvPr/>
        </p:nvSpPr>
        <p:spPr>
          <a:xfrm>
            <a:off x="317578" y="5257923"/>
            <a:ext cx="4419600" cy="20928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dk1"/>
                </a:solidFill>
                <a:latin typeface="Calibri"/>
                <a:ea typeface="Calibri"/>
                <a:cs typeface="Calibri"/>
                <a:sym typeface="Calibri"/>
              </a:rPr>
              <a:t>V. Sai sneha (21RP1A05B8)</a:t>
            </a:r>
            <a:endParaRPr dirty="0"/>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S. </a:t>
            </a:r>
            <a:r>
              <a:rPr lang="en-US" sz="2800" dirty="0" err="1">
                <a:solidFill>
                  <a:schemeClr val="dk1"/>
                </a:solidFill>
                <a:latin typeface="Calibri"/>
                <a:ea typeface="Calibri"/>
                <a:cs typeface="Calibri"/>
                <a:sym typeface="Calibri"/>
              </a:rPr>
              <a:t>Kavyanjali</a:t>
            </a:r>
            <a:r>
              <a:rPr lang="en-US" sz="2800" dirty="0">
                <a:solidFill>
                  <a:schemeClr val="dk1"/>
                </a:solidFill>
                <a:latin typeface="Calibri"/>
                <a:ea typeface="Calibri"/>
                <a:cs typeface="Calibri"/>
                <a:sym typeface="Calibri"/>
              </a:rPr>
              <a:t> (21RP1A05A4)</a:t>
            </a:r>
            <a:endParaRPr dirty="0"/>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P. Shruthi    (21RP1A0596)</a:t>
            </a:r>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N. </a:t>
            </a:r>
            <a:r>
              <a:rPr lang="en-US" sz="2800" dirty="0" err="1">
                <a:solidFill>
                  <a:schemeClr val="dk1"/>
                </a:solidFill>
                <a:latin typeface="Calibri"/>
                <a:ea typeface="Calibri"/>
                <a:cs typeface="Calibri"/>
                <a:sym typeface="Calibri"/>
              </a:rPr>
              <a:t>Himabindu</a:t>
            </a:r>
            <a:r>
              <a:rPr lang="en-US" sz="2800" dirty="0">
                <a:solidFill>
                  <a:schemeClr val="dk1"/>
                </a:solidFill>
                <a:latin typeface="Calibri"/>
                <a:ea typeface="Calibri"/>
                <a:cs typeface="Calibri"/>
                <a:sym typeface="Calibri"/>
              </a:rPr>
              <a:t> (21RP1A0587)</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01" name="Google Shape;101;p13"/>
          <p:cNvSpPr txBox="1"/>
          <p:nvPr/>
        </p:nvSpPr>
        <p:spPr>
          <a:xfrm>
            <a:off x="15247247" y="5481096"/>
            <a:ext cx="3173309"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dk1"/>
                </a:solidFill>
                <a:latin typeface="Calibri"/>
                <a:ea typeface="Calibri"/>
                <a:cs typeface="Calibri"/>
                <a:sym typeface="Calibri"/>
              </a:rPr>
              <a:t>P. Venu Madhav</a:t>
            </a:r>
            <a:endParaRPr dirty="0"/>
          </a:p>
        </p:txBody>
      </p:sp>
      <p:grpSp>
        <p:nvGrpSpPr>
          <p:cNvPr id="103" name="Google Shape;103;p13"/>
          <p:cNvGrpSpPr/>
          <p:nvPr/>
        </p:nvGrpSpPr>
        <p:grpSpPr>
          <a:xfrm>
            <a:off x="19842" y="9634534"/>
            <a:ext cx="19010314" cy="1112119"/>
            <a:chOff x="-2" y="9568581"/>
            <a:chExt cx="19010314" cy="1112119"/>
          </a:xfrm>
        </p:grpSpPr>
        <p:grpSp>
          <p:nvGrpSpPr>
            <p:cNvPr id="104" name="Google Shape;104;p13"/>
            <p:cNvGrpSpPr/>
            <p:nvPr/>
          </p:nvGrpSpPr>
          <p:grpSpPr>
            <a:xfrm>
              <a:off x="-2" y="9568581"/>
              <a:ext cx="19010314" cy="1112119"/>
              <a:chOff x="-324645" y="2222500"/>
              <a:chExt cx="22261686" cy="1302327"/>
            </a:xfrm>
          </p:grpSpPr>
          <p:sp>
            <p:nvSpPr>
              <p:cNvPr id="105" name="Google Shape;105;p13"/>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13"/>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7" name="Google Shape;107;p13"/>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0" name="Google Shape;110;p13"/>
          <p:cNvSpPr txBox="1"/>
          <p:nvPr/>
        </p:nvSpPr>
        <p:spPr>
          <a:xfrm>
            <a:off x="317578" y="9772992"/>
            <a:ext cx="1127760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Times New Roman"/>
                <a:cs typeface="Times New Roman"/>
                <a:sym typeface="Times New Roman"/>
              </a:rPr>
              <a:t>Computer Science Engineering </a:t>
            </a:r>
            <a:endParaRPr dirty="0"/>
          </a:p>
        </p:txBody>
      </p:sp>
      <p:sp>
        <p:nvSpPr>
          <p:cNvPr id="111" name="Google Shape;111;p13"/>
          <p:cNvSpPr txBox="1">
            <a:spLocks noGrp="1"/>
          </p:cNvSpPr>
          <p:nvPr>
            <p:ph type="sldNum" idx="12"/>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2</a:t>
            </a:fld>
            <a:endParaRPr sz="3200">
              <a:solidFill>
                <a:schemeClr val="lt1"/>
              </a:solidFill>
            </a:endParaRPr>
          </a:p>
        </p:txBody>
      </p:sp>
      <p:grpSp>
        <p:nvGrpSpPr>
          <p:cNvPr id="117" name="Google Shape;117;p14"/>
          <p:cNvGrpSpPr/>
          <p:nvPr/>
        </p:nvGrpSpPr>
        <p:grpSpPr>
          <a:xfrm>
            <a:off x="-2" y="9568581"/>
            <a:ext cx="19010314" cy="1112119"/>
            <a:chOff x="-2" y="9568581"/>
            <a:chExt cx="19010314" cy="1112119"/>
          </a:xfrm>
        </p:grpSpPr>
        <p:grpSp>
          <p:nvGrpSpPr>
            <p:cNvPr id="118" name="Google Shape;118;p14"/>
            <p:cNvGrpSpPr/>
            <p:nvPr/>
          </p:nvGrpSpPr>
          <p:grpSpPr>
            <a:xfrm>
              <a:off x="-2" y="9568581"/>
              <a:ext cx="19010314" cy="1112119"/>
              <a:chOff x="-324645" y="2222500"/>
              <a:chExt cx="22261686" cy="1302327"/>
            </a:xfrm>
          </p:grpSpPr>
          <p:sp>
            <p:nvSpPr>
              <p:cNvPr id="119" name="Google Shape;119;p14"/>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14"/>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1" name="Google Shape;121;p14"/>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4" name="Google Shape;124;p14"/>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2</a:t>
            </a:fld>
            <a:endParaRPr sz="1870">
              <a:solidFill>
                <a:schemeClr val="lt1"/>
              </a:solidFill>
              <a:latin typeface="Calibri"/>
              <a:ea typeface="Calibri"/>
              <a:cs typeface="Calibri"/>
              <a:sym typeface="Calibri"/>
            </a:endParaRPr>
          </a:p>
        </p:txBody>
      </p:sp>
      <p:grpSp>
        <p:nvGrpSpPr>
          <p:cNvPr id="125" name="Google Shape;125;p14"/>
          <p:cNvGrpSpPr/>
          <p:nvPr/>
        </p:nvGrpSpPr>
        <p:grpSpPr>
          <a:xfrm>
            <a:off x="-26281" y="774700"/>
            <a:ext cx="15071695" cy="827992"/>
            <a:chOff x="-16184" y="8640158"/>
            <a:chExt cx="4045716" cy="439420"/>
          </a:xfrm>
        </p:grpSpPr>
        <p:sp>
          <p:nvSpPr>
            <p:cNvPr id="126" name="Google Shape;126;p14"/>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Content</a:t>
              </a:r>
              <a:endParaRPr sz="2000" b="0" i="0" u="none" strike="noStrike" cap="none" dirty="0">
                <a:solidFill>
                  <a:schemeClr val="lt1"/>
                </a:solidFill>
                <a:latin typeface="Calibri"/>
                <a:ea typeface="Calibri"/>
                <a:cs typeface="Calibri"/>
                <a:sym typeface="Calibri"/>
              </a:endParaRPr>
            </a:p>
          </p:txBody>
        </p:sp>
        <p:sp>
          <p:nvSpPr>
            <p:cNvPr id="127" name="Google Shape;127;p14"/>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14"/>
          <p:cNvSpPr txBox="1"/>
          <p:nvPr/>
        </p:nvSpPr>
        <p:spPr>
          <a:xfrm>
            <a:off x="1719063" y="1699568"/>
            <a:ext cx="11125200" cy="7294264"/>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Abstract</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Introduction</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Existing System</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Disadvantages of Existing System</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Proposed System</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Advantages of Proposed System</a:t>
            </a: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System Requirements</a:t>
            </a: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Implementation</a:t>
            </a:r>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Testing / Experimentation</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Results</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Future Enhancement </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Conclusion</a:t>
            </a:r>
            <a:endParaRPr dirty="0"/>
          </a:p>
          <a:p>
            <a:pPr marL="571500" marR="0" lvl="0" indent="-571500" algn="l" rtl="0">
              <a:spcBef>
                <a:spcPts val="0"/>
              </a:spcBef>
              <a:spcAft>
                <a:spcPts val="0"/>
              </a:spcAft>
              <a:buClr>
                <a:schemeClr val="dk1"/>
              </a:buClr>
              <a:buSzPts val="3600"/>
              <a:buFont typeface="Noto Sans Symbols"/>
              <a:buChar char="✔"/>
            </a:pPr>
            <a:r>
              <a:rPr lang="en-US" sz="3600" dirty="0">
                <a:solidFill>
                  <a:schemeClr val="dk1"/>
                </a:solidFill>
                <a:latin typeface="Calibri"/>
                <a:ea typeface="Calibri"/>
                <a:cs typeface="Calibri"/>
                <a:sym typeface="Calibri"/>
              </a:rPr>
              <a:t>References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1000"/>
                                        <p:tgtEl>
                                          <p:spTgt spid="128"/>
                                        </p:tgtEl>
                                      </p:cBhvr>
                                    </p:animEffect>
                                    <p:anim calcmode="lin" valueType="num">
                                      <p:cBhvr>
                                        <p:cTn id="8" dur="1000" fill="hold"/>
                                        <p:tgtEl>
                                          <p:spTgt spid="128"/>
                                        </p:tgtEl>
                                        <p:attrNameLst>
                                          <p:attrName>ppt_x</p:attrName>
                                        </p:attrNameLst>
                                      </p:cBhvr>
                                      <p:tavLst>
                                        <p:tav tm="0">
                                          <p:val>
                                            <p:strVal val="#ppt_x"/>
                                          </p:val>
                                        </p:tav>
                                        <p:tav tm="100000">
                                          <p:val>
                                            <p:strVal val="#ppt_x"/>
                                          </p:val>
                                        </p:tav>
                                      </p:tavLst>
                                    </p:anim>
                                    <p:anim calcmode="lin" valueType="num">
                                      <p:cBhvr>
                                        <p:cTn id="9" dur="1000" fill="hold"/>
                                        <p:tgtEl>
                                          <p:spTgt spid="1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3</a:t>
            </a:fld>
            <a:endParaRPr sz="3200">
              <a:solidFill>
                <a:schemeClr val="lt1"/>
              </a:solidFill>
            </a:endParaRPr>
          </a:p>
        </p:txBody>
      </p:sp>
      <p:grpSp>
        <p:nvGrpSpPr>
          <p:cNvPr id="134" name="Google Shape;134;p15"/>
          <p:cNvGrpSpPr/>
          <p:nvPr/>
        </p:nvGrpSpPr>
        <p:grpSpPr>
          <a:xfrm>
            <a:off x="-2" y="9568581"/>
            <a:ext cx="19010314" cy="1112119"/>
            <a:chOff x="-2" y="9568581"/>
            <a:chExt cx="19010314" cy="1112119"/>
          </a:xfrm>
        </p:grpSpPr>
        <p:grpSp>
          <p:nvGrpSpPr>
            <p:cNvPr id="135" name="Google Shape;135;p15"/>
            <p:cNvGrpSpPr/>
            <p:nvPr/>
          </p:nvGrpSpPr>
          <p:grpSpPr>
            <a:xfrm>
              <a:off x="-2" y="9568581"/>
              <a:ext cx="19010314" cy="1112119"/>
              <a:chOff x="-324645" y="2222500"/>
              <a:chExt cx="22261686" cy="1302327"/>
            </a:xfrm>
          </p:grpSpPr>
          <p:sp>
            <p:nvSpPr>
              <p:cNvPr id="136" name="Google Shape;136;p15"/>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15"/>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8" name="Google Shape;138;p15"/>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41" name="Google Shape;141;p15"/>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3</a:t>
            </a:fld>
            <a:endParaRPr sz="1870">
              <a:solidFill>
                <a:schemeClr val="lt1"/>
              </a:solidFill>
              <a:latin typeface="Calibri"/>
              <a:ea typeface="Calibri"/>
              <a:cs typeface="Calibri"/>
              <a:sym typeface="Calibri"/>
            </a:endParaRPr>
          </a:p>
        </p:txBody>
      </p:sp>
      <p:grpSp>
        <p:nvGrpSpPr>
          <p:cNvPr id="142" name="Google Shape;142;p15"/>
          <p:cNvGrpSpPr/>
          <p:nvPr/>
        </p:nvGrpSpPr>
        <p:grpSpPr>
          <a:xfrm>
            <a:off x="-26281" y="774700"/>
            <a:ext cx="15071695" cy="827992"/>
            <a:chOff x="-16184" y="8640158"/>
            <a:chExt cx="4045716" cy="439420"/>
          </a:xfrm>
        </p:grpSpPr>
        <p:sp>
          <p:nvSpPr>
            <p:cNvPr id="143" name="Google Shape;143;p15"/>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a:solidFill>
                    <a:schemeClr val="lt1"/>
                  </a:solidFill>
                  <a:latin typeface="Calibri"/>
                  <a:ea typeface="Calibri"/>
                  <a:cs typeface="Calibri"/>
                  <a:sym typeface="Calibri"/>
                </a:rPr>
                <a:t>1. Abstract</a:t>
              </a:r>
              <a:endParaRPr sz="2000" b="0" i="0" u="none" strike="noStrike" cap="none">
                <a:solidFill>
                  <a:schemeClr val="lt1"/>
                </a:solidFill>
                <a:latin typeface="Calibri"/>
                <a:ea typeface="Calibri"/>
                <a:cs typeface="Calibri"/>
                <a:sym typeface="Calibri"/>
              </a:endParaRPr>
            </a:p>
          </p:txBody>
        </p:sp>
        <p:sp>
          <p:nvSpPr>
            <p:cNvPr id="144" name="Google Shape;144;p15"/>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45" name="Google Shape;145;p15"/>
          <p:cNvSpPr txBox="1"/>
          <p:nvPr/>
        </p:nvSpPr>
        <p:spPr>
          <a:xfrm>
            <a:off x="1303996" y="2118046"/>
            <a:ext cx="17099280" cy="5632271"/>
          </a:xfrm>
          <a:prstGeom prst="rect">
            <a:avLst/>
          </a:prstGeom>
          <a:noFill/>
          <a:ln>
            <a:noFill/>
          </a:ln>
        </p:spPr>
        <p:txBody>
          <a:bodyPr spcFirstLastPara="1" wrap="square" lIns="91425" tIns="45700" rIns="91425" bIns="45700" anchor="t" anchorCtr="0">
            <a:spAutoFit/>
          </a:bodyPr>
          <a:lstStyle/>
          <a:p>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Keystroke dynamics is considered as a supporting factor of authentication. Especially in the static keystroke dynamics, the user is identiﬁed by using the timing featured, which is captured while the user enters the login ID and password. To achieve this, the user proﬁle needs to be created with timing features. However, in a scenario like a change of password where nearly no keystroke timing data is available, non-conventional features may be helpful. This article focuses on using non- conventional features such as </a:t>
            </a:r>
            <a:r>
              <a:rPr lang="en-US" sz="3600" dirty="0" err="1">
                <a:effectLst/>
                <a:latin typeface="Times New Roman" panose="02020603050405020304" pitchFamily="18" charset="0"/>
                <a:ea typeface="Times New Roman" panose="02020603050405020304" pitchFamily="18" charset="0"/>
                <a:cs typeface="Times New Roman" panose="02020603050405020304" pitchFamily="18" charset="0"/>
              </a:rPr>
              <a:t>NumLock</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 key, Shift key, </a:t>
            </a:r>
            <a:r>
              <a:rPr lang="en-US" sz="3600" dirty="0" err="1">
                <a:effectLst/>
                <a:latin typeface="Times New Roman" panose="02020603050405020304" pitchFamily="18" charset="0"/>
                <a:ea typeface="Times New Roman" panose="02020603050405020304" pitchFamily="18" charset="0"/>
                <a:cs typeface="Times New Roman" panose="02020603050405020304" pitchFamily="18" charset="0"/>
              </a:rPr>
              <a:t>Capslock</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 key, </a:t>
            </a:r>
            <a:r>
              <a:rPr lang="en-US" sz="3600" dirty="0" err="1">
                <a:effectLst/>
                <a:latin typeface="Times New Roman" panose="02020603050405020304" pitchFamily="18" charset="0"/>
                <a:ea typeface="Times New Roman" panose="02020603050405020304" pitchFamily="18" charset="0"/>
                <a:cs typeface="Times New Roman" panose="02020603050405020304" pitchFamily="18" charset="0"/>
              </a:rPr>
              <a:t>etc</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 for identifying users during a change of password. The paper also details how to capture the non-conventional features in static keystroke dynamics and build a model that can be used in the change of password.</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36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animEffect transition="in" filter="barn(inVertical)">
                                      <p:cBhvr>
                                        <p:cTn id="7" dur="500"/>
                                        <p:tgtEl>
                                          <p:spTgt spid="1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4</a:t>
            </a:fld>
            <a:endParaRPr sz="3200">
              <a:solidFill>
                <a:schemeClr val="lt1"/>
              </a:solidFill>
            </a:endParaRPr>
          </a:p>
        </p:txBody>
      </p:sp>
      <p:grpSp>
        <p:nvGrpSpPr>
          <p:cNvPr id="151" name="Google Shape;151;p16"/>
          <p:cNvGrpSpPr/>
          <p:nvPr/>
        </p:nvGrpSpPr>
        <p:grpSpPr>
          <a:xfrm>
            <a:off x="-2" y="9568581"/>
            <a:ext cx="19010314" cy="1112119"/>
            <a:chOff x="-2" y="9568581"/>
            <a:chExt cx="19010314" cy="1112119"/>
          </a:xfrm>
        </p:grpSpPr>
        <p:grpSp>
          <p:nvGrpSpPr>
            <p:cNvPr id="152" name="Google Shape;152;p16"/>
            <p:cNvGrpSpPr/>
            <p:nvPr/>
          </p:nvGrpSpPr>
          <p:grpSpPr>
            <a:xfrm>
              <a:off x="-2" y="9568581"/>
              <a:ext cx="19010314" cy="1112119"/>
              <a:chOff x="-324645" y="2222500"/>
              <a:chExt cx="22261686" cy="1302327"/>
            </a:xfrm>
          </p:grpSpPr>
          <p:sp>
            <p:nvSpPr>
              <p:cNvPr id="153" name="Google Shape;153;p16"/>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6"/>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5" name="Google Shape;155;p16"/>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8" name="Google Shape;158;p16"/>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4</a:t>
            </a:fld>
            <a:endParaRPr sz="1870">
              <a:solidFill>
                <a:schemeClr val="lt1"/>
              </a:solidFill>
              <a:latin typeface="Calibri"/>
              <a:ea typeface="Calibri"/>
              <a:cs typeface="Calibri"/>
              <a:sym typeface="Calibri"/>
            </a:endParaRPr>
          </a:p>
        </p:txBody>
      </p:sp>
      <p:grpSp>
        <p:nvGrpSpPr>
          <p:cNvPr id="159" name="Google Shape;159;p16"/>
          <p:cNvGrpSpPr/>
          <p:nvPr/>
        </p:nvGrpSpPr>
        <p:grpSpPr>
          <a:xfrm>
            <a:off x="-26281" y="774700"/>
            <a:ext cx="15071695" cy="827992"/>
            <a:chOff x="-16184" y="8640158"/>
            <a:chExt cx="4045716" cy="439420"/>
          </a:xfrm>
        </p:grpSpPr>
        <p:sp>
          <p:nvSpPr>
            <p:cNvPr id="160" name="Google Shape;160;p16"/>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a:solidFill>
                    <a:schemeClr val="lt1"/>
                  </a:solidFill>
                  <a:latin typeface="Calibri"/>
                  <a:ea typeface="Calibri"/>
                  <a:cs typeface="Calibri"/>
                  <a:sym typeface="Calibri"/>
                </a:rPr>
                <a:t>2. Introduction</a:t>
              </a:r>
              <a:endParaRPr sz="2000" b="0" i="0" u="none" strike="noStrike" cap="none">
                <a:solidFill>
                  <a:schemeClr val="lt1"/>
                </a:solidFill>
                <a:latin typeface="Calibri"/>
                <a:ea typeface="Calibri"/>
                <a:cs typeface="Calibri"/>
                <a:sym typeface="Calibri"/>
              </a:endParaRPr>
            </a:p>
          </p:txBody>
        </p:sp>
        <p:sp>
          <p:nvSpPr>
            <p:cNvPr id="161" name="Google Shape;161;p16"/>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62" name="Google Shape;162;p16"/>
          <p:cNvSpPr txBox="1"/>
          <p:nvPr/>
        </p:nvSpPr>
        <p:spPr>
          <a:xfrm>
            <a:off x="780190" y="1188170"/>
            <a:ext cx="8145811" cy="7971373"/>
          </a:xfrm>
          <a:prstGeom prst="rect">
            <a:avLst/>
          </a:prstGeom>
          <a:noFill/>
          <a:ln>
            <a:noFill/>
          </a:ln>
        </p:spPr>
        <p:txBody>
          <a:bodyPr spcFirstLastPara="1" wrap="square" lIns="91425" tIns="45700" rIns="91425" bIns="45700" anchor="t" anchorCtr="0">
            <a:spAutoFit/>
          </a:bodyPr>
          <a:lstStyle/>
          <a:p>
            <a:pPr marL="571500" marR="0" lvl="0" indent="-342900" algn="l" rtl="0">
              <a:spcBef>
                <a:spcPts val="0"/>
              </a:spcBef>
              <a:spcAft>
                <a:spcPts val="0"/>
              </a:spcAft>
              <a:buClr>
                <a:schemeClr val="dk1"/>
              </a:buClr>
              <a:buSzPts val="3600"/>
              <a:buFont typeface="Noto Sans Symbols"/>
              <a:buNone/>
            </a:pPr>
            <a:endParaRPr sz="3600" dirty="0">
              <a:solidFill>
                <a:schemeClr val="dk1"/>
              </a:solidFill>
              <a:latin typeface="Calibri"/>
              <a:ea typeface="Calibri"/>
              <a:cs typeface="Calibri"/>
              <a:sym typeface="Calibri"/>
            </a:endParaRPr>
          </a:p>
          <a:p>
            <a:pPr marL="571500" indent="-571500">
              <a:buClr>
                <a:schemeClr val="dk1"/>
              </a:buClr>
              <a:buSzPts val="3600"/>
              <a:buFont typeface="Noto Sans Symbols"/>
              <a:buChar char="✔"/>
            </a:pPr>
            <a:r>
              <a:rPr lang="en-US" sz="2800" dirty="0"/>
              <a:t>As password based authentication has many limitations many times to strengthen the authentication, multi factor authentication is used.</a:t>
            </a:r>
            <a:endParaRPr sz="2800" dirty="0"/>
          </a:p>
          <a:p>
            <a:pPr marL="571500" indent="-571500">
              <a:buClr>
                <a:schemeClr val="dk1"/>
              </a:buClr>
              <a:buSzPts val="3600"/>
              <a:buFont typeface="Noto Sans Symbols"/>
              <a:buChar char="✔"/>
            </a:pPr>
            <a:r>
              <a:rPr lang="en-US" sz="2800" dirty="0"/>
              <a:t>Password based authentication is the most frequently used authentication method for providing access to personal computers, online services and Internet access.</a:t>
            </a:r>
            <a:endParaRPr sz="2800" dirty="0"/>
          </a:p>
          <a:p>
            <a:pPr marL="571500" indent="-571500">
              <a:buClr>
                <a:schemeClr val="dk1"/>
              </a:buClr>
              <a:buSzPts val="3600"/>
              <a:buFont typeface="Noto Sans Symbols"/>
              <a:buChar char="✔"/>
            </a:pPr>
            <a:r>
              <a:rPr lang="en-US" sz="2800" dirty="0"/>
              <a:t>Here we use a support factor of authentication is keystroke dynamics, which is based on behavioral characteristics of a user.</a:t>
            </a:r>
          </a:p>
          <a:p>
            <a:pPr marL="571500" indent="-571500">
              <a:buClr>
                <a:schemeClr val="dk1"/>
              </a:buClr>
              <a:buSzPts val="3600"/>
              <a:buFont typeface="Noto Sans Symbols"/>
              <a:buChar char="✔"/>
            </a:pPr>
            <a:r>
              <a:rPr lang="en-US" sz="2800" dirty="0"/>
              <a:t>There are two types of key stroke dynamics: Static and Continuous .In the static keystroke dynamics, the typing rhythm of a user is captured only  at login time.</a:t>
            </a:r>
          </a:p>
          <a:p>
            <a:pPr marL="571500" indent="-571500">
              <a:buClr>
                <a:schemeClr val="dk1"/>
              </a:buClr>
              <a:buSzPts val="3600"/>
              <a:buFont typeface="Noto Sans Symbols"/>
              <a:buChar char="✔"/>
            </a:pPr>
            <a:endParaRPr lang="en-US" sz="2800" dirty="0"/>
          </a:p>
          <a:p>
            <a:pPr marR="0" lvl="0" algn="l" rtl="0">
              <a:spcBef>
                <a:spcPts val="0"/>
              </a:spcBef>
              <a:spcAft>
                <a:spcPts val="0"/>
              </a:spcAft>
              <a:buClr>
                <a:schemeClr val="dk1"/>
              </a:buClr>
              <a:buSzPts val="3600"/>
            </a:pPr>
            <a:endParaRPr sz="2800" dirty="0"/>
          </a:p>
        </p:txBody>
      </p:sp>
      <p:pic>
        <p:nvPicPr>
          <p:cNvPr id="2" name="Picture 1">
            <a:extLst>
              <a:ext uri="{FF2B5EF4-FFF2-40B4-BE49-F238E27FC236}">
                <a16:creationId xmlns:a16="http://schemas.microsoft.com/office/drawing/2014/main" id="{5FAF27CF-E52D-05BE-9BB0-6500D40823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03106" y="2611001"/>
            <a:ext cx="9345628" cy="59492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2">
                                            <p:txEl>
                                              <p:pRg st="1" end="1"/>
                                            </p:txEl>
                                          </p:spTgt>
                                        </p:tgtEl>
                                        <p:attrNameLst>
                                          <p:attrName>style.visibility</p:attrName>
                                        </p:attrNameLst>
                                      </p:cBhvr>
                                      <p:to>
                                        <p:strVal val="visible"/>
                                      </p:to>
                                    </p:set>
                                    <p:animEffect transition="in" filter="fade">
                                      <p:cBhvr>
                                        <p:cTn id="7" dur="1000"/>
                                        <p:tgtEl>
                                          <p:spTgt spid="162">
                                            <p:txEl>
                                              <p:pRg st="1" end="1"/>
                                            </p:txEl>
                                          </p:spTgt>
                                        </p:tgtEl>
                                      </p:cBhvr>
                                    </p:animEffect>
                                    <p:anim calcmode="lin" valueType="num">
                                      <p:cBhvr>
                                        <p:cTn id="8" dur="1000" fill="hold"/>
                                        <p:tgtEl>
                                          <p:spTgt spid="16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2">
                                            <p:txEl>
                                              <p:pRg st="2" end="2"/>
                                            </p:txEl>
                                          </p:spTgt>
                                        </p:tgtEl>
                                        <p:attrNameLst>
                                          <p:attrName>style.visibility</p:attrName>
                                        </p:attrNameLst>
                                      </p:cBhvr>
                                      <p:to>
                                        <p:strVal val="visible"/>
                                      </p:to>
                                    </p:set>
                                    <p:animEffect transition="in" filter="fade">
                                      <p:cBhvr>
                                        <p:cTn id="12" dur="1000"/>
                                        <p:tgtEl>
                                          <p:spTgt spid="162">
                                            <p:txEl>
                                              <p:pRg st="2" end="2"/>
                                            </p:txEl>
                                          </p:spTgt>
                                        </p:tgtEl>
                                      </p:cBhvr>
                                    </p:animEffect>
                                    <p:anim calcmode="lin" valueType="num">
                                      <p:cBhvr>
                                        <p:cTn id="13" dur="1000" fill="hold"/>
                                        <p:tgtEl>
                                          <p:spTgt spid="16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6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2">
                                            <p:txEl>
                                              <p:pRg st="3" end="3"/>
                                            </p:txEl>
                                          </p:spTgt>
                                        </p:tgtEl>
                                        <p:attrNameLst>
                                          <p:attrName>style.visibility</p:attrName>
                                        </p:attrNameLst>
                                      </p:cBhvr>
                                      <p:to>
                                        <p:strVal val="visible"/>
                                      </p:to>
                                    </p:set>
                                    <p:animEffect transition="in" filter="fade">
                                      <p:cBhvr>
                                        <p:cTn id="17" dur="1000"/>
                                        <p:tgtEl>
                                          <p:spTgt spid="162">
                                            <p:txEl>
                                              <p:pRg st="3" end="3"/>
                                            </p:txEl>
                                          </p:spTgt>
                                        </p:tgtEl>
                                      </p:cBhvr>
                                    </p:animEffect>
                                    <p:anim calcmode="lin" valueType="num">
                                      <p:cBhvr>
                                        <p:cTn id="18" dur="1000" fill="hold"/>
                                        <p:tgtEl>
                                          <p:spTgt spid="16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62">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62">
                                            <p:txEl>
                                              <p:pRg st="4" end="4"/>
                                            </p:txEl>
                                          </p:spTgt>
                                        </p:tgtEl>
                                        <p:attrNameLst>
                                          <p:attrName>style.visibility</p:attrName>
                                        </p:attrNameLst>
                                      </p:cBhvr>
                                      <p:to>
                                        <p:strVal val="visible"/>
                                      </p:to>
                                    </p:set>
                                    <p:animEffect transition="in" filter="fade">
                                      <p:cBhvr>
                                        <p:cTn id="22" dur="1000"/>
                                        <p:tgtEl>
                                          <p:spTgt spid="162">
                                            <p:txEl>
                                              <p:pRg st="4" end="4"/>
                                            </p:txEl>
                                          </p:spTgt>
                                        </p:tgtEl>
                                      </p:cBhvr>
                                    </p:animEffect>
                                    <p:anim calcmode="lin" valueType="num">
                                      <p:cBhvr>
                                        <p:cTn id="23" dur="1000" fill="hold"/>
                                        <p:tgtEl>
                                          <p:spTgt spid="162">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6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5</a:t>
            </a:fld>
            <a:endParaRPr sz="3200">
              <a:solidFill>
                <a:schemeClr val="lt1"/>
              </a:solidFill>
            </a:endParaRPr>
          </a:p>
        </p:txBody>
      </p:sp>
      <p:grpSp>
        <p:nvGrpSpPr>
          <p:cNvPr id="169" name="Google Shape;169;p17"/>
          <p:cNvGrpSpPr/>
          <p:nvPr/>
        </p:nvGrpSpPr>
        <p:grpSpPr>
          <a:xfrm>
            <a:off x="-2" y="9568581"/>
            <a:ext cx="19010314" cy="1112119"/>
            <a:chOff x="-2" y="9568581"/>
            <a:chExt cx="19010314" cy="1112119"/>
          </a:xfrm>
        </p:grpSpPr>
        <p:grpSp>
          <p:nvGrpSpPr>
            <p:cNvPr id="170" name="Google Shape;170;p17"/>
            <p:cNvGrpSpPr/>
            <p:nvPr/>
          </p:nvGrpSpPr>
          <p:grpSpPr>
            <a:xfrm>
              <a:off x="-2" y="9568581"/>
              <a:ext cx="19010314" cy="1112119"/>
              <a:chOff x="-324645" y="2222500"/>
              <a:chExt cx="22261686" cy="1302327"/>
            </a:xfrm>
          </p:grpSpPr>
          <p:sp>
            <p:nvSpPr>
              <p:cNvPr id="171" name="Google Shape;171;p17"/>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17"/>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73" name="Google Shape;173;p17"/>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74" name="Google Shape;174;p17"/>
          <p:cNvSpPr txBox="1"/>
          <p:nvPr/>
        </p:nvSpPr>
        <p:spPr>
          <a:xfrm>
            <a:off x="665956" y="9771598"/>
            <a:ext cx="112776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dirty="0"/>
          </a:p>
        </p:txBody>
      </p:sp>
      <p:sp>
        <p:nvSpPr>
          <p:cNvPr id="176" name="Google Shape;176;p17"/>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5</a:t>
            </a:fld>
            <a:endParaRPr sz="1870">
              <a:solidFill>
                <a:schemeClr val="lt1"/>
              </a:solidFill>
              <a:latin typeface="Calibri"/>
              <a:ea typeface="Calibri"/>
              <a:cs typeface="Calibri"/>
              <a:sym typeface="Calibri"/>
            </a:endParaRPr>
          </a:p>
        </p:txBody>
      </p:sp>
      <p:grpSp>
        <p:nvGrpSpPr>
          <p:cNvPr id="177" name="Google Shape;177;p17"/>
          <p:cNvGrpSpPr/>
          <p:nvPr/>
        </p:nvGrpSpPr>
        <p:grpSpPr>
          <a:xfrm>
            <a:off x="-26281" y="774700"/>
            <a:ext cx="15071695" cy="827992"/>
            <a:chOff x="-16184" y="8640158"/>
            <a:chExt cx="4045716" cy="439420"/>
          </a:xfrm>
        </p:grpSpPr>
        <p:sp>
          <p:nvSpPr>
            <p:cNvPr id="178" name="Google Shape;178;p17"/>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3. </a:t>
              </a:r>
              <a:r>
                <a:rPr lang="en-US" sz="5400" dirty="0">
                  <a:solidFill>
                    <a:schemeClr val="lt1"/>
                  </a:solidFill>
                  <a:latin typeface="Calibri"/>
                  <a:ea typeface="Calibri"/>
                  <a:cs typeface="Calibri"/>
                  <a:sym typeface="Calibri"/>
                </a:rPr>
                <a:t>Existing System</a:t>
              </a:r>
              <a:endParaRPr dirty="0"/>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179" name="Google Shape;179;p17"/>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0" name="Google Shape;180;p17"/>
          <p:cNvSpPr txBox="1"/>
          <p:nvPr/>
        </p:nvSpPr>
        <p:spPr>
          <a:xfrm>
            <a:off x="1199356" y="1805357"/>
            <a:ext cx="14615888" cy="2554505"/>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200" kern="0" dirty="0">
                <a:effectLst/>
                <a:latin typeface="Times New Roman" panose="02020603050405020304" pitchFamily="18" charset="0"/>
                <a:ea typeface="Times New Roman" panose="02020603050405020304" pitchFamily="18" charset="0"/>
              </a:rPr>
              <a:t>During enrollment, users establish a baseline profile through static keystroke data.</a:t>
            </a:r>
          </a:p>
          <a:p>
            <a:pPr marL="571500" marR="0" lvl="0" indent="-571500" algn="l" rtl="0">
              <a:spcBef>
                <a:spcPts val="0"/>
              </a:spcBef>
              <a:spcAft>
                <a:spcPts val="0"/>
              </a:spcAft>
              <a:buClr>
                <a:schemeClr val="dk1"/>
              </a:buClr>
              <a:buSzPts val="3600"/>
              <a:buFont typeface="Noto Sans Symbols"/>
              <a:buChar char="✔"/>
            </a:pPr>
            <a:r>
              <a:rPr lang="en-US" sz="3200" kern="0" dirty="0">
                <a:effectLst/>
                <a:latin typeface="Times New Roman" panose="02020603050405020304" pitchFamily="18" charset="0"/>
                <a:ea typeface="Times New Roman" panose="02020603050405020304" pitchFamily="18" charset="0"/>
              </a:rPr>
              <a:t>When changing the passwords, users provide dynamic keystroke data by typing a specific prompt. </a:t>
            </a:r>
          </a:p>
          <a:p>
            <a:pPr marL="571500" indent="-571500">
              <a:buClr>
                <a:schemeClr val="dk1"/>
              </a:buClr>
              <a:buSzPts val="3600"/>
              <a:buFont typeface="Noto Sans Symbols"/>
              <a:buChar char="✔"/>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 overall aim is to provide a secure, user-friendly, and privacy-compliant solution for enhanced user authentication during password changes.</a:t>
            </a:r>
            <a:r>
              <a:rPr lang="en-US" sz="3200" kern="0" dirty="0">
                <a:effectLst/>
                <a:latin typeface="Times New Roman" panose="02020603050405020304" pitchFamily="18" charset="0"/>
                <a:ea typeface="Times New Roman" panose="02020603050405020304" pitchFamily="18" charset="0"/>
              </a:rPr>
              <a:t> </a:t>
            </a:r>
            <a:endParaRPr sz="3200" dirty="0"/>
          </a:p>
        </p:txBody>
      </p:sp>
      <p:pic>
        <p:nvPicPr>
          <p:cNvPr id="2" name="Picture 1">
            <a:extLst>
              <a:ext uri="{FF2B5EF4-FFF2-40B4-BE49-F238E27FC236}">
                <a16:creationId xmlns:a16="http://schemas.microsoft.com/office/drawing/2014/main" id="{E8FD03DD-4868-A2E5-1A8F-99E096798A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18267" y="4562527"/>
            <a:ext cx="12158134" cy="48347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animEffect transition="in" filter="barn(inVertical)">
                                      <p:cBhvr>
                                        <p:cTn id="7" dur="500"/>
                                        <p:tgtEl>
                                          <p:spTgt spid="180">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80">
                                            <p:txEl>
                                              <p:pRg st="1" end="1"/>
                                            </p:txEl>
                                          </p:spTgt>
                                        </p:tgtEl>
                                        <p:attrNameLst>
                                          <p:attrName>style.visibility</p:attrName>
                                        </p:attrNameLst>
                                      </p:cBhvr>
                                      <p:to>
                                        <p:strVal val="visible"/>
                                      </p:to>
                                    </p:set>
                                    <p:animEffect transition="in" filter="barn(inVertical)">
                                      <p:cBhvr>
                                        <p:cTn id="10" dur="500"/>
                                        <p:tgtEl>
                                          <p:spTgt spid="180">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80">
                                            <p:txEl>
                                              <p:pRg st="2" end="2"/>
                                            </p:txEl>
                                          </p:spTgt>
                                        </p:tgtEl>
                                        <p:attrNameLst>
                                          <p:attrName>style.visibility</p:attrName>
                                        </p:attrNameLst>
                                      </p:cBhvr>
                                      <p:to>
                                        <p:strVal val="visible"/>
                                      </p:to>
                                    </p:set>
                                    <p:animEffect transition="in" filter="barn(inVertical)">
                                      <p:cBhvr>
                                        <p:cTn id="13" dur="500"/>
                                        <p:tgtEl>
                                          <p:spTgt spid="1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6</a:t>
            </a:fld>
            <a:endParaRPr sz="3200">
              <a:solidFill>
                <a:schemeClr val="lt1"/>
              </a:solidFill>
            </a:endParaRPr>
          </a:p>
        </p:txBody>
      </p:sp>
      <p:grpSp>
        <p:nvGrpSpPr>
          <p:cNvPr id="187" name="Google Shape;187;p18"/>
          <p:cNvGrpSpPr/>
          <p:nvPr/>
        </p:nvGrpSpPr>
        <p:grpSpPr>
          <a:xfrm>
            <a:off x="-2" y="9568581"/>
            <a:ext cx="19010314" cy="1112119"/>
            <a:chOff x="-2" y="9568581"/>
            <a:chExt cx="19010314" cy="1112119"/>
          </a:xfrm>
        </p:grpSpPr>
        <p:grpSp>
          <p:nvGrpSpPr>
            <p:cNvPr id="188" name="Google Shape;188;p18"/>
            <p:cNvGrpSpPr/>
            <p:nvPr/>
          </p:nvGrpSpPr>
          <p:grpSpPr>
            <a:xfrm>
              <a:off x="-2" y="9568581"/>
              <a:ext cx="19010314" cy="1112119"/>
              <a:chOff x="-324645" y="2222500"/>
              <a:chExt cx="22261686" cy="1302327"/>
            </a:xfrm>
          </p:grpSpPr>
          <p:sp>
            <p:nvSpPr>
              <p:cNvPr id="189" name="Google Shape;189;p18"/>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8"/>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1" name="Google Shape;191;p18"/>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4" name="Google Shape;194;p18"/>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6</a:t>
            </a:fld>
            <a:endParaRPr sz="1870">
              <a:solidFill>
                <a:schemeClr val="lt1"/>
              </a:solidFill>
              <a:latin typeface="Calibri"/>
              <a:ea typeface="Calibri"/>
              <a:cs typeface="Calibri"/>
              <a:sym typeface="Calibri"/>
            </a:endParaRPr>
          </a:p>
        </p:txBody>
      </p:sp>
      <p:grpSp>
        <p:nvGrpSpPr>
          <p:cNvPr id="195" name="Google Shape;195;p18"/>
          <p:cNvGrpSpPr/>
          <p:nvPr/>
        </p:nvGrpSpPr>
        <p:grpSpPr>
          <a:xfrm>
            <a:off x="-26281" y="774700"/>
            <a:ext cx="15071695" cy="827992"/>
            <a:chOff x="-16184" y="8640158"/>
            <a:chExt cx="4045716" cy="439420"/>
          </a:xfrm>
        </p:grpSpPr>
        <p:sp>
          <p:nvSpPr>
            <p:cNvPr id="196" name="Google Shape;196;p18"/>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4. </a:t>
              </a:r>
              <a:r>
                <a:rPr lang="en-US" sz="5400" dirty="0">
                  <a:solidFill>
                    <a:schemeClr val="lt1"/>
                  </a:solidFill>
                  <a:latin typeface="Calibri"/>
                  <a:ea typeface="Calibri"/>
                  <a:cs typeface="Calibri"/>
                  <a:sym typeface="Calibri"/>
                </a:rPr>
                <a:t>Disadvantages of Existing System</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197" name="Google Shape;197;p18"/>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98" name="Google Shape;198;p18"/>
          <p:cNvSpPr txBox="1"/>
          <p:nvPr/>
        </p:nvSpPr>
        <p:spPr>
          <a:xfrm>
            <a:off x="1693132" y="2898092"/>
            <a:ext cx="14747780" cy="3539390"/>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200" kern="0" dirty="0">
                <a:effectLst/>
                <a:latin typeface="Times New Roman" panose="02020603050405020304" pitchFamily="18" charset="0"/>
                <a:ea typeface="Times New Roman" panose="02020603050405020304" pitchFamily="18" charset="0"/>
              </a:rPr>
              <a:t>Firstly, keystroke dynamics can be affected by variations in user behavior due to stress, fatigue, or changes in typing patterns, leading to false rejections or acceptances. </a:t>
            </a:r>
            <a:endParaRPr sz="3200" dirty="0"/>
          </a:p>
          <a:p>
            <a:pPr marL="571500" marR="0" lvl="0" indent="-571500" algn="l" rtl="0">
              <a:spcBef>
                <a:spcPts val="0"/>
              </a:spcBef>
              <a:spcAft>
                <a:spcPts val="0"/>
              </a:spcAft>
              <a:buClr>
                <a:schemeClr val="dk1"/>
              </a:buClr>
              <a:buSzPts val="3600"/>
              <a:buFont typeface="Noto Sans Symbols"/>
              <a:buChar char="✔"/>
            </a:pPr>
            <a:r>
              <a:rPr lang="en-US" sz="3200" kern="0" dirty="0">
                <a:effectLst/>
                <a:latin typeface="Times New Roman" panose="02020603050405020304" pitchFamily="18" charset="0"/>
                <a:ea typeface="Times New Roman" panose="02020603050405020304" pitchFamily="18" charset="0"/>
              </a:rPr>
              <a:t>Secondly, the system may struggle with accommodating users who have inconsistent typing habits or disabilities, reducing accessibility.</a:t>
            </a:r>
          </a:p>
          <a:p>
            <a:pPr marL="571500" marR="0" lvl="0" indent="-571500" algn="l" rtl="0">
              <a:spcBef>
                <a:spcPts val="0"/>
              </a:spcBef>
              <a:spcAft>
                <a:spcPts val="0"/>
              </a:spcAft>
              <a:buClr>
                <a:schemeClr val="dk1"/>
              </a:buClr>
              <a:buSzPts val="3600"/>
              <a:buFont typeface="Noto Sans Symbols"/>
              <a:buChar char="✔"/>
            </a:pPr>
            <a:r>
              <a:rPr lang="en-US" sz="3200" kern="0" dirty="0">
                <a:effectLst/>
                <a:latin typeface="Times New Roman" panose="02020603050405020304" pitchFamily="18" charset="0"/>
                <a:ea typeface="Times New Roman" panose="02020603050405020304" pitchFamily="18" charset="0"/>
              </a:rPr>
              <a:t>Additionally, enrollment requires a significant amount of static data, which may lead to user frustration and hinder adoption. </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animEffect transition="in" filter="wipe(down)">
                                      <p:cBhvr>
                                        <p:cTn id="7" dur="500"/>
                                        <p:tgtEl>
                                          <p:spTgt spid="198">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98">
                                            <p:txEl>
                                              <p:pRg st="1" end="1"/>
                                            </p:txEl>
                                          </p:spTgt>
                                        </p:tgtEl>
                                        <p:attrNameLst>
                                          <p:attrName>style.visibility</p:attrName>
                                        </p:attrNameLst>
                                      </p:cBhvr>
                                      <p:to>
                                        <p:strVal val="visible"/>
                                      </p:to>
                                    </p:set>
                                    <p:animEffect transition="in" filter="wipe(down)">
                                      <p:cBhvr>
                                        <p:cTn id="10" dur="500"/>
                                        <p:tgtEl>
                                          <p:spTgt spid="198">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98">
                                            <p:txEl>
                                              <p:pRg st="2" end="2"/>
                                            </p:txEl>
                                          </p:spTgt>
                                        </p:tgtEl>
                                        <p:attrNameLst>
                                          <p:attrName>style.visibility</p:attrName>
                                        </p:attrNameLst>
                                      </p:cBhvr>
                                      <p:to>
                                        <p:strVal val="visible"/>
                                      </p:to>
                                    </p:set>
                                    <p:animEffect transition="in" filter="wipe(down)">
                                      <p:cBhvr>
                                        <p:cTn id="13" dur="500"/>
                                        <p:tgtEl>
                                          <p:spTgt spid="1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7</a:t>
            </a:fld>
            <a:endParaRPr sz="3200">
              <a:solidFill>
                <a:schemeClr val="lt1"/>
              </a:solidFill>
            </a:endParaRPr>
          </a:p>
        </p:txBody>
      </p:sp>
      <p:grpSp>
        <p:nvGrpSpPr>
          <p:cNvPr id="204" name="Google Shape;204;p19"/>
          <p:cNvGrpSpPr/>
          <p:nvPr/>
        </p:nvGrpSpPr>
        <p:grpSpPr>
          <a:xfrm>
            <a:off x="-2" y="9568581"/>
            <a:ext cx="19010314" cy="1112119"/>
            <a:chOff x="-2" y="9568581"/>
            <a:chExt cx="19010314" cy="1112119"/>
          </a:xfrm>
        </p:grpSpPr>
        <p:grpSp>
          <p:nvGrpSpPr>
            <p:cNvPr id="205" name="Google Shape;205;p19"/>
            <p:cNvGrpSpPr/>
            <p:nvPr/>
          </p:nvGrpSpPr>
          <p:grpSpPr>
            <a:xfrm>
              <a:off x="-2" y="9568581"/>
              <a:ext cx="19010314" cy="1112119"/>
              <a:chOff x="-324645" y="2222500"/>
              <a:chExt cx="22261686" cy="1302327"/>
            </a:xfrm>
          </p:grpSpPr>
          <p:sp>
            <p:nvSpPr>
              <p:cNvPr id="206" name="Google Shape;206;p19"/>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9"/>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8" name="Google Shape;208;p19"/>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11" name="Google Shape;211;p19"/>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7</a:t>
            </a:fld>
            <a:endParaRPr sz="1870">
              <a:solidFill>
                <a:schemeClr val="lt1"/>
              </a:solidFill>
              <a:latin typeface="Calibri"/>
              <a:ea typeface="Calibri"/>
              <a:cs typeface="Calibri"/>
              <a:sym typeface="Calibri"/>
            </a:endParaRPr>
          </a:p>
        </p:txBody>
      </p:sp>
      <p:grpSp>
        <p:nvGrpSpPr>
          <p:cNvPr id="212" name="Google Shape;212;p19"/>
          <p:cNvGrpSpPr/>
          <p:nvPr/>
        </p:nvGrpSpPr>
        <p:grpSpPr>
          <a:xfrm>
            <a:off x="-26281" y="774700"/>
            <a:ext cx="15071695" cy="827992"/>
            <a:chOff x="-16184" y="8640158"/>
            <a:chExt cx="4045716" cy="439420"/>
          </a:xfrm>
        </p:grpSpPr>
        <p:sp>
          <p:nvSpPr>
            <p:cNvPr id="213" name="Google Shape;213;p19"/>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Admin Login:</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14" name="Google Shape;214;p19"/>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 name="Picture 1">
            <a:extLst>
              <a:ext uri="{FF2B5EF4-FFF2-40B4-BE49-F238E27FC236}">
                <a16:creationId xmlns:a16="http://schemas.microsoft.com/office/drawing/2014/main" id="{A4B0F4D7-C612-97D1-F1E1-318F9BCFEC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5956" y="1963095"/>
            <a:ext cx="17449800" cy="72357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2AFEB-E84B-1CFF-4F0C-2686F50F7B6E}"/>
              </a:ext>
            </a:extLst>
          </p:cNvPr>
          <p:cNvSpPr>
            <a:spLocks noGrp="1"/>
          </p:cNvSpPr>
          <p:nvPr>
            <p:ph type="title"/>
          </p:nvPr>
        </p:nvSpPr>
        <p:spPr>
          <a:xfrm>
            <a:off x="703455" y="212876"/>
            <a:ext cx="15499713" cy="1743939"/>
          </a:xfrm>
        </p:spPr>
        <p:txBody>
          <a:bodyPr>
            <a:normAutofit/>
          </a:bodyPr>
          <a:lstStyle/>
          <a:p>
            <a:endParaRPr lang="en-US" dirty="0"/>
          </a:p>
        </p:txBody>
      </p:sp>
      <p:sp>
        <p:nvSpPr>
          <p:cNvPr id="3" name="Text Placeholder 2">
            <a:extLst>
              <a:ext uri="{FF2B5EF4-FFF2-40B4-BE49-F238E27FC236}">
                <a16:creationId xmlns:a16="http://schemas.microsoft.com/office/drawing/2014/main" id="{FB865E15-26A4-42BC-5CD2-21E2D6CBAAA9}"/>
              </a:ext>
            </a:extLst>
          </p:cNvPr>
          <p:cNvSpPr>
            <a:spLocks noGrp="1"/>
          </p:cNvSpPr>
          <p:nvPr>
            <p:ph type="body" idx="1"/>
          </p:nvPr>
        </p:nvSpPr>
        <p:spPr>
          <a:xfrm>
            <a:off x="703455" y="2087777"/>
            <a:ext cx="16396395" cy="7823421"/>
          </a:xfrm>
        </p:spPr>
        <p:txBody>
          <a:bodyPr>
            <a:normAutofit/>
          </a:bodyPr>
          <a:lstStyle/>
          <a:p>
            <a:pPr algn="just">
              <a:buFont typeface="Wingdings" panose="05000000000000000000" pitchFamily="2" charset="2"/>
              <a:buChar char="ü"/>
            </a:pPr>
            <a:r>
              <a:rPr lang="en-US" sz="3600" kern="0" dirty="0">
                <a:effectLst/>
                <a:latin typeface="Times New Roman" panose="02020603050405020304" pitchFamily="18" charset="0"/>
                <a:ea typeface="Times New Roman" panose="02020603050405020304" pitchFamily="18" charset="0"/>
              </a:rPr>
              <a:t>The proposed SKDA system combines static keystroke dynamics and dynamic authentication for enhanced user verification during password changes.</a:t>
            </a:r>
          </a:p>
          <a:p>
            <a:pPr algn="just">
              <a:buFont typeface="Wingdings" panose="05000000000000000000" pitchFamily="2" charset="2"/>
              <a:buChar char="ü"/>
            </a:pPr>
            <a:r>
              <a:rPr lang="en-US" sz="1800" kern="0" dirty="0">
                <a:effectLst/>
                <a:latin typeface="Times New Roman" panose="02020603050405020304" pitchFamily="18" charset="0"/>
                <a:ea typeface="Times New Roman" panose="02020603050405020304" pitchFamily="18" charset="0"/>
              </a:rPr>
              <a:t>. </a:t>
            </a:r>
            <a:r>
              <a:rPr lang="en-US" sz="3600" kern="0" dirty="0">
                <a:effectLst/>
                <a:latin typeface="Times New Roman" panose="02020603050405020304" pitchFamily="18" charset="0"/>
                <a:ea typeface="Times New Roman" panose="02020603050405020304" pitchFamily="18" charset="0"/>
              </a:rPr>
              <a:t>The system compares this dynamic data with the baseline to authenticate the user, allowing for a secure password update</a:t>
            </a:r>
          </a:p>
          <a:p>
            <a:pPr algn="just">
              <a:buFont typeface="Wingdings" panose="05000000000000000000" pitchFamily="2" charset="2"/>
              <a:buChar char="ü"/>
            </a:pPr>
            <a:r>
              <a:rPr lang="en-US" sz="3600" kern="0" dirty="0">
                <a:effectLst/>
                <a:latin typeface="Times New Roman" panose="02020603050405020304" pitchFamily="18" charset="0"/>
                <a:ea typeface="Times New Roman" panose="02020603050405020304" pitchFamily="18" charset="0"/>
              </a:rPr>
              <a:t>Emphasis is placed on security measures, positive user experience, continuous improvement, and adherence to privacy regulations with user consent for data collection.</a:t>
            </a:r>
          </a:p>
          <a:p>
            <a:pPr algn="just">
              <a:buFont typeface="Wingdings" panose="05000000000000000000" pitchFamily="2" charset="2"/>
              <a:buChar char="ü"/>
            </a:pPr>
            <a:endParaRPr lang="en-US" sz="3200" dirty="0"/>
          </a:p>
        </p:txBody>
      </p:sp>
      <p:sp>
        <p:nvSpPr>
          <p:cNvPr id="4" name="Slide Number Placeholder 3">
            <a:extLst>
              <a:ext uri="{FF2B5EF4-FFF2-40B4-BE49-F238E27FC236}">
                <a16:creationId xmlns:a16="http://schemas.microsoft.com/office/drawing/2014/main" id="{DC1972F3-7B3C-514B-A327-37B9FFCCA5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pSp>
        <p:nvGrpSpPr>
          <p:cNvPr id="5" name="Google Shape;212;p19">
            <a:extLst>
              <a:ext uri="{FF2B5EF4-FFF2-40B4-BE49-F238E27FC236}">
                <a16:creationId xmlns:a16="http://schemas.microsoft.com/office/drawing/2014/main" id="{593C12AC-6DE4-7377-FC17-6B3EC2E48FB9}"/>
              </a:ext>
            </a:extLst>
          </p:cNvPr>
          <p:cNvGrpSpPr/>
          <p:nvPr/>
        </p:nvGrpSpPr>
        <p:grpSpPr>
          <a:xfrm>
            <a:off x="0" y="212876"/>
            <a:ext cx="15371697" cy="1122148"/>
            <a:chOff x="-16184" y="8640158"/>
            <a:chExt cx="4045716" cy="439420"/>
          </a:xfrm>
        </p:grpSpPr>
        <p:sp>
          <p:nvSpPr>
            <p:cNvPr id="6" name="Google Shape;213;p19">
              <a:extLst>
                <a:ext uri="{FF2B5EF4-FFF2-40B4-BE49-F238E27FC236}">
                  <a16:creationId xmlns:a16="http://schemas.microsoft.com/office/drawing/2014/main" id="{7742AC70-789D-805A-9B28-6419B6BA6362}"/>
                </a:ext>
              </a:extLst>
            </p:cNvPr>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5. Proposed System</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7" name="Google Shape;214;p19">
              <a:extLst>
                <a:ext uri="{FF2B5EF4-FFF2-40B4-BE49-F238E27FC236}">
                  <a16:creationId xmlns:a16="http://schemas.microsoft.com/office/drawing/2014/main" id="{DF33DD4D-FB1C-9307-9981-C5F32B137A7F}"/>
                </a:ext>
              </a:extLst>
            </p:cNvPr>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 name="Google Shape;221;p20">
            <a:extLst>
              <a:ext uri="{FF2B5EF4-FFF2-40B4-BE49-F238E27FC236}">
                <a16:creationId xmlns:a16="http://schemas.microsoft.com/office/drawing/2014/main" id="{BE0B4931-2454-EDC3-A16A-7D2DB00ACBFF}"/>
              </a:ext>
            </a:extLst>
          </p:cNvPr>
          <p:cNvGrpSpPr/>
          <p:nvPr/>
        </p:nvGrpSpPr>
        <p:grpSpPr>
          <a:xfrm>
            <a:off x="-2" y="9568581"/>
            <a:ext cx="19010314" cy="1112119"/>
            <a:chOff x="-2" y="9568581"/>
            <a:chExt cx="19010314" cy="1112119"/>
          </a:xfrm>
        </p:grpSpPr>
        <p:grpSp>
          <p:nvGrpSpPr>
            <p:cNvPr id="9" name="Google Shape;222;p20">
              <a:extLst>
                <a:ext uri="{FF2B5EF4-FFF2-40B4-BE49-F238E27FC236}">
                  <a16:creationId xmlns:a16="http://schemas.microsoft.com/office/drawing/2014/main" id="{E31CD53B-C409-F525-009A-B23605538521}"/>
                </a:ext>
              </a:extLst>
            </p:cNvPr>
            <p:cNvGrpSpPr/>
            <p:nvPr/>
          </p:nvGrpSpPr>
          <p:grpSpPr>
            <a:xfrm>
              <a:off x="-2" y="9568581"/>
              <a:ext cx="19010314" cy="1112119"/>
              <a:chOff x="-324645" y="2222500"/>
              <a:chExt cx="22261686" cy="1302327"/>
            </a:xfrm>
          </p:grpSpPr>
          <p:sp>
            <p:nvSpPr>
              <p:cNvPr id="11" name="Google Shape;223;p20">
                <a:extLst>
                  <a:ext uri="{FF2B5EF4-FFF2-40B4-BE49-F238E27FC236}">
                    <a16:creationId xmlns:a16="http://schemas.microsoft.com/office/drawing/2014/main" id="{BFEADE77-294A-07CA-55FC-9ED5FDAA9362}"/>
                  </a:ext>
                </a:extLst>
              </p:cNvPr>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224;p20">
                <a:extLst>
                  <a:ext uri="{FF2B5EF4-FFF2-40B4-BE49-F238E27FC236}">
                    <a16:creationId xmlns:a16="http://schemas.microsoft.com/office/drawing/2014/main" id="{A510BE5B-C61C-AC22-6E73-B1F8587DF894}"/>
                  </a:ext>
                </a:extLst>
              </p:cNvPr>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4000" dirty="0">
                    <a:solidFill>
                      <a:schemeClr val="dk1"/>
                    </a:solidFill>
                    <a:latin typeface="Calibri"/>
                    <a:ea typeface="Calibri"/>
                    <a:cs typeface="Calibri"/>
                    <a:sym typeface="Calibri"/>
                  </a:rPr>
                  <a:t>,   8</a:t>
                </a:r>
                <a:endParaRPr sz="4000" dirty="0">
                  <a:solidFill>
                    <a:schemeClr val="dk1"/>
                  </a:solidFill>
                  <a:latin typeface="Calibri"/>
                  <a:ea typeface="Calibri"/>
                  <a:cs typeface="Calibri"/>
                  <a:sym typeface="Calibri"/>
                </a:endParaRPr>
              </a:p>
            </p:txBody>
          </p:sp>
        </p:grpSp>
        <p:sp>
          <p:nvSpPr>
            <p:cNvPr id="10" name="Google Shape;225;p20">
              <a:extLst>
                <a:ext uri="{FF2B5EF4-FFF2-40B4-BE49-F238E27FC236}">
                  <a16:creationId xmlns:a16="http://schemas.microsoft.com/office/drawing/2014/main" id="{BC6568D7-2637-A124-11E2-8ABF26D45A74}"/>
                </a:ext>
              </a:extLst>
            </p:cNvPr>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74623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9</a:t>
            </a:fld>
            <a:endParaRPr sz="3200">
              <a:solidFill>
                <a:schemeClr val="lt1"/>
              </a:solidFill>
            </a:endParaRPr>
          </a:p>
        </p:txBody>
      </p:sp>
      <p:grpSp>
        <p:nvGrpSpPr>
          <p:cNvPr id="221" name="Google Shape;221;p20"/>
          <p:cNvGrpSpPr/>
          <p:nvPr/>
        </p:nvGrpSpPr>
        <p:grpSpPr>
          <a:xfrm>
            <a:off x="-2" y="9568581"/>
            <a:ext cx="19010314" cy="1112119"/>
            <a:chOff x="-2" y="9568581"/>
            <a:chExt cx="19010314" cy="1112119"/>
          </a:xfrm>
        </p:grpSpPr>
        <p:grpSp>
          <p:nvGrpSpPr>
            <p:cNvPr id="222" name="Google Shape;222;p20"/>
            <p:cNvGrpSpPr/>
            <p:nvPr/>
          </p:nvGrpSpPr>
          <p:grpSpPr>
            <a:xfrm>
              <a:off x="-2" y="9568581"/>
              <a:ext cx="19010314" cy="1112119"/>
              <a:chOff x="-324645" y="2222500"/>
              <a:chExt cx="22261686" cy="1302327"/>
            </a:xfrm>
          </p:grpSpPr>
          <p:sp>
            <p:nvSpPr>
              <p:cNvPr id="223" name="Google Shape;223;p20"/>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20"/>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5" name="Google Shape;225;p20"/>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8" name="Google Shape;228;p20"/>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9</a:t>
            </a:fld>
            <a:endParaRPr sz="1870" dirty="0">
              <a:solidFill>
                <a:schemeClr val="lt1"/>
              </a:solidFill>
              <a:latin typeface="Calibri"/>
              <a:ea typeface="Calibri"/>
              <a:cs typeface="Calibri"/>
              <a:sym typeface="Calibri"/>
            </a:endParaRPr>
          </a:p>
        </p:txBody>
      </p:sp>
      <p:grpSp>
        <p:nvGrpSpPr>
          <p:cNvPr id="229" name="Google Shape;229;p20"/>
          <p:cNvGrpSpPr/>
          <p:nvPr/>
        </p:nvGrpSpPr>
        <p:grpSpPr>
          <a:xfrm>
            <a:off x="-26281" y="774700"/>
            <a:ext cx="15071695" cy="827992"/>
            <a:chOff x="-16184" y="8640158"/>
            <a:chExt cx="4045716" cy="439420"/>
          </a:xfrm>
        </p:grpSpPr>
        <p:sp>
          <p:nvSpPr>
            <p:cNvPr id="230" name="Google Shape;230;p20"/>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6. </a:t>
              </a:r>
              <a:r>
                <a:rPr lang="en-US" sz="5400" dirty="0">
                  <a:solidFill>
                    <a:schemeClr val="lt1"/>
                  </a:solidFill>
                  <a:latin typeface="Calibri"/>
                  <a:ea typeface="Calibri"/>
                  <a:cs typeface="Calibri"/>
                  <a:sym typeface="Calibri"/>
                </a:rPr>
                <a:t>Advantages of Proposed Systems</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31" name="Google Shape;231;p20"/>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2" name="Google Shape;232;p20"/>
          <p:cNvSpPr txBox="1"/>
          <p:nvPr/>
        </p:nvSpPr>
        <p:spPr>
          <a:xfrm>
            <a:off x="1199356" y="2070100"/>
            <a:ext cx="14615888" cy="5632271"/>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600" kern="0" dirty="0">
                <a:effectLst/>
                <a:latin typeface="Times New Roman" panose="02020603050405020304" pitchFamily="18" charset="0"/>
                <a:ea typeface="Times New Roman" panose="02020603050405020304" pitchFamily="18" charset="0"/>
              </a:rPr>
              <a:t>Emphasis is placed on security measures, positive user experience, continuous improvement, and adherence to privacy regulations with user consent for data collection.</a:t>
            </a:r>
          </a:p>
          <a:p>
            <a:pPr marL="571500" marR="0" lvl="0" indent="-571500" algn="l" rtl="0">
              <a:spcBef>
                <a:spcPts val="0"/>
              </a:spcBef>
              <a:spcAft>
                <a:spcPts val="0"/>
              </a:spcAft>
              <a:buClr>
                <a:schemeClr val="dk1"/>
              </a:buClr>
              <a:buSzPts val="3600"/>
              <a:buFont typeface="Noto Sans Symbols"/>
              <a:buChar char="✔"/>
            </a:pPr>
            <a:r>
              <a:rPr lang="en-US" sz="3600" kern="0" dirty="0">
                <a:effectLst/>
                <a:latin typeface="Times New Roman" panose="02020603050405020304" pitchFamily="18" charset="0"/>
                <a:ea typeface="Times New Roman" panose="02020603050405020304" pitchFamily="18" charset="0"/>
              </a:rPr>
              <a:t>By combining static and dynamic keystroke dynamics, it strengthens security through multi-layered verification, reducing the risk of unauthorized access. </a:t>
            </a:r>
          </a:p>
          <a:p>
            <a:pPr marL="571500" marR="0" lvl="0" indent="-571500" algn="l" rtl="0">
              <a:spcBef>
                <a:spcPts val="0"/>
              </a:spcBef>
              <a:spcAft>
                <a:spcPts val="0"/>
              </a:spcAft>
              <a:buClr>
                <a:schemeClr val="dk1"/>
              </a:buClr>
              <a:buSzPts val="3600"/>
              <a:buFont typeface="Noto Sans Symbols"/>
              <a:buChar char="✔"/>
            </a:pPr>
            <a:r>
              <a:rPr lang="en-US" sz="3600" kern="0" dirty="0">
                <a:effectLst/>
                <a:latin typeface="Times New Roman" panose="02020603050405020304" pitchFamily="18" charset="0"/>
                <a:ea typeface="Times New Roman" panose="02020603050405020304" pitchFamily="18" charset="0"/>
              </a:rPr>
              <a:t>The use of a baseline profile ensures that authentication remains accurate over time, even if minor variations in typing occur. </a:t>
            </a:r>
          </a:p>
          <a:p>
            <a:pPr marL="571500" marR="0" lvl="0" indent="-571500" algn="l" rtl="0">
              <a:spcBef>
                <a:spcPts val="0"/>
              </a:spcBef>
              <a:spcAft>
                <a:spcPts val="0"/>
              </a:spcAft>
              <a:buClr>
                <a:schemeClr val="dk1"/>
              </a:buClr>
              <a:buSzPts val="3600"/>
              <a:buFont typeface="Noto Sans Symbols"/>
              <a:buChar char="✔"/>
            </a:pPr>
            <a:r>
              <a:rPr lang="en-US" sz="3600" kern="0" dirty="0">
                <a:effectLst/>
                <a:latin typeface="Times New Roman" panose="02020603050405020304" pitchFamily="18" charset="0"/>
                <a:ea typeface="Times New Roman" panose="02020603050405020304" pitchFamily="18" charset="0"/>
              </a:rPr>
              <a:t>The system also supports continuous improvement through adaptive learning, making it more effective with frequent use. </a:t>
            </a:r>
            <a:endParaRPr sz="3600" dirty="0"/>
          </a:p>
        </p:txBody>
      </p:sp>
      <p:pic>
        <p:nvPicPr>
          <p:cNvPr id="233" name="Google Shape;233;p20" descr="Application&#10;&#10;Description automatically generated with low confidence"/>
          <p:cNvPicPr preferRelativeResize="0"/>
          <p:nvPr/>
        </p:nvPicPr>
        <p:blipFill rotWithShape="1">
          <a:blip r:embed="rId3">
            <a:alphaModFix/>
          </a:blip>
          <a:srcRect/>
          <a:stretch/>
        </p:blipFill>
        <p:spPr>
          <a:xfrm>
            <a:off x="15995486" y="3738967"/>
            <a:ext cx="2503895" cy="287819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 calcmode="lin" valueType="num">
                                      <p:cBhvr additive="base">
                                        <p:cTn id="7" dur="500" fill="hold"/>
                                        <p:tgtEl>
                                          <p:spTgt spid="2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2">
                                            <p:txEl>
                                              <p:pRg st="1" end="1"/>
                                            </p:txEl>
                                          </p:spTgt>
                                        </p:tgtEl>
                                        <p:attrNameLst>
                                          <p:attrName>style.visibility</p:attrName>
                                        </p:attrNameLst>
                                      </p:cBhvr>
                                      <p:to>
                                        <p:strVal val="visible"/>
                                      </p:to>
                                    </p:set>
                                    <p:anim calcmode="lin" valueType="num">
                                      <p:cBhvr additive="base">
                                        <p:cTn id="11" dur="500" fill="hold"/>
                                        <p:tgtEl>
                                          <p:spTgt spid="23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2">
                                            <p:txEl>
                                              <p:pRg st="2" end="2"/>
                                            </p:txEl>
                                          </p:spTgt>
                                        </p:tgtEl>
                                        <p:attrNameLst>
                                          <p:attrName>style.visibility</p:attrName>
                                        </p:attrNameLst>
                                      </p:cBhvr>
                                      <p:to>
                                        <p:strVal val="visible"/>
                                      </p:to>
                                    </p:set>
                                    <p:anim calcmode="lin" valueType="num">
                                      <p:cBhvr additive="base">
                                        <p:cTn id="15" dur="500" fill="hold"/>
                                        <p:tgtEl>
                                          <p:spTgt spid="23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2">
                                            <p:txEl>
                                              <p:pRg st="3" end="3"/>
                                            </p:txEl>
                                          </p:spTgt>
                                        </p:tgtEl>
                                        <p:attrNameLst>
                                          <p:attrName>style.visibility</p:attrName>
                                        </p:attrNameLst>
                                      </p:cBhvr>
                                      <p:to>
                                        <p:strVal val="visible"/>
                                      </p:to>
                                    </p:set>
                                    <p:anim calcmode="lin" valueType="num">
                                      <p:cBhvr additive="base">
                                        <p:cTn id="19" dur="500" fill="hold"/>
                                        <p:tgtEl>
                                          <p:spTgt spid="23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1"/>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10</a:t>
            </a:fld>
            <a:endParaRPr sz="3200">
              <a:solidFill>
                <a:schemeClr val="lt1"/>
              </a:solidFill>
            </a:endParaRPr>
          </a:p>
        </p:txBody>
      </p:sp>
      <p:grpSp>
        <p:nvGrpSpPr>
          <p:cNvPr id="239" name="Google Shape;239;p21"/>
          <p:cNvGrpSpPr/>
          <p:nvPr/>
        </p:nvGrpSpPr>
        <p:grpSpPr>
          <a:xfrm>
            <a:off x="-2" y="9568581"/>
            <a:ext cx="19010314" cy="1112119"/>
            <a:chOff x="-2" y="9568581"/>
            <a:chExt cx="19010314" cy="1112119"/>
          </a:xfrm>
        </p:grpSpPr>
        <p:grpSp>
          <p:nvGrpSpPr>
            <p:cNvPr id="240" name="Google Shape;240;p21"/>
            <p:cNvGrpSpPr/>
            <p:nvPr/>
          </p:nvGrpSpPr>
          <p:grpSpPr>
            <a:xfrm>
              <a:off x="-2" y="9568581"/>
              <a:ext cx="19010314" cy="1112119"/>
              <a:chOff x="-324645" y="2222500"/>
              <a:chExt cx="22261686" cy="1302327"/>
            </a:xfrm>
          </p:grpSpPr>
          <p:sp>
            <p:nvSpPr>
              <p:cNvPr id="241" name="Google Shape;241;p21"/>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21"/>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43" name="Google Shape;243;p21"/>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46" name="Google Shape;246;p21"/>
          <p:cNvSpPr txBox="1"/>
          <p:nvPr/>
        </p:nvSpPr>
        <p:spPr>
          <a:xfrm>
            <a:off x="18115756" y="9911199"/>
            <a:ext cx="575041" cy="38850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10</a:t>
            </a:fld>
            <a:endParaRPr sz="1870">
              <a:solidFill>
                <a:schemeClr val="lt1"/>
              </a:solidFill>
              <a:latin typeface="Calibri"/>
              <a:ea typeface="Calibri"/>
              <a:cs typeface="Calibri"/>
              <a:sym typeface="Calibri"/>
            </a:endParaRPr>
          </a:p>
        </p:txBody>
      </p:sp>
      <p:grpSp>
        <p:nvGrpSpPr>
          <p:cNvPr id="247" name="Google Shape;247;p21"/>
          <p:cNvGrpSpPr/>
          <p:nvPr/>
        </p:nvGrpSpPr>
        <p:grpSpPr>
          <a:xfrm>
            <a:off x="-26281" y="774700"/>
            <a:ext cx="15071695" cy="827992"/>
            <a:chOff x="-16184" y="8640158"/>
            <a:chExt cx="4045716" cy="439420"/>
          </a:xfrm>
        </p:grpSpPr>
        <p:sp>
          <p:nvSpPr>
            <p:cNvPr id="248" name="Google Shape;248;p21"/>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7. </a:t>
              </a:r>
              <a:r>
                <a:rPr lang="en-US" sz="5400" dirty="0">
                  <a:solidFill>
                    <a:schemeClr val="lt1"/>
                  </a:solidFill>
                  <a:latin typeface="Calibri"/>
                  <a:ea typeface="Calibri"/>
                  <a:cs typeface="Calibri"/>
                  <a:sym typeface="Calibri"/>
                </a:rPr>
                <a:t>System Requirement</a:t>
              </a:r>
              <a:r>
                <a:rPr lang="en-US" sz="5400" b="0" i="0" u="none" strike="noStrike" cap="none" dirty="0">
                  <a:solidFill>
                    <a:schemeClr val="lt1"/>
                  </a:solidFill>
                  <a:latin typeface="Calibri"/>
                  <a:ea typeface="Calibri"/>
                  <a:cs typeface="Calibri"/>
                  <a:sym typeface="Calibri"/>
                </a:rPr>
                <a:t>s</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49" name="Google Shape;249;p21"/>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50" name="Google Shape;250;p21"/>
          <p:cNvSpPr txBox="1"/>
          <p:nvPr/>
        </p:nvSpPr>
        <p:spPr>
          <a:xfrm>
            <a:off x="1199355" y="2070100"/>
            <a:ext cx="14287567" cy="6488915"/>
          </a:xfrm>
          <a:prstGeom prst="rect">
            <a:avLst/>
          </a:prstGeom>
          <a:noFill/>
          <a:ln>
            <a:noFill/>
          </a:ln>
        </p:spPr>
        <p:txBody>
          <a:bodyPr spcFirstLastPara="1" wrap="square" lIns="91425" tIns="45700" rIns="91425" bIns="45700" anchor="t" anchorCtr="0">
            <a:spAutoFit/>
          </a:bodyPr>
          <a:lstStyle/>
          <a:p>
            <a:pPr marL="342900" marR="0" lvl="0" indent="-342900" algn="just">
              <a:lnSpc>
                <a:spcPct val="200000"/>
              </a:lnSpc>
              <a:spcAft>
                <a:spcPts val="1000"/>
              </a:spcAft>
              <a:buFont typeface="Wingdings" panose="05000000000000000000" pitchFamily="2" charset="2"/>
              <a:buChar char=""/>
              <a:tabLst>
                <a:tab pos="457200" algn="l"/>
              </a:tabLs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Operating system 	:   </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Windows 10.</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200000"/>
              </a:lnSpc>
              <a:spcAft>
                <a:spcPts val="1000"/>
              </a:spcAft>
              <a:buFont typeface="Wingdings" panose="05000000000000000000" pitchFamily="2" charset="2"/>
              <a:buChar char=""/>
              <a:tabLst>
                <a:tab pos="457200" algn="l"/>
              </a:tabLs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Coding Language		:   </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Python.</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200000"/>
              </a:lnSpc>
              <a:spcAft>
                <a:spcPts val="1000"/>
              </a:spcAft>
              <a:buFont typeface="Wingdings" panose="05000000000000000000" pitchFamily="2" charset="2"/>
              <a:buChar char=""/>
              <a:tabLst>
                <a:tab pos="457200" algn="l"/>
              </a:tabLs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Front-End			:   </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Html. CSS</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200000"/>
              </a:lnSpc>
              <a:spcAft>
                <a:spcPts val="1000"/>
              </a:spcAft>
              <a:buFont typeface="Wingdings" panose="05000000000000000000" pitchFamily="2" charset="2"/>
              <a:buChar char=""/>
              <a:tabLst>
                <a:tab pos="457200" algn="l"/>
              </a:tabLs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Designing			:</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a:effectLst/>
                <a:latin typeface="Times New Roman" panose="02020603050405020304" pitchFamily="18" charset="0"/>
                <a:ea typeface="Times New Roman" panose="02020603050405020304" pitchFamily="18" charset="0"/>
                <a:cs typeface="Times New Roman" panose="02020603050405020304" pitchFamily="18" charset="0"/>
              </a:rPr>
              <a:t>Html,css,javascript</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200000"/>
              </a:lnSpc>
              <a:spcAft>
                <a:spcPts val="1000"/>
              </a:spcAft>
              <a:buFont typeface="Wingdings" panose="05000000000000000000" pitchFamily="2" charset="2"/>
              <a:buChar char=""/>
              <a:tabLst>
                <a:tab pos="457200" algn="l"/>
              </a:tabLs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Data Base			:   </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SQLite.</a:t>
            </a:r>
            <a:endParaRPr lang="en-US"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571500" marR="0" lvl="0" indent="-571500" algn="l" rtl="0">
              <a:spcBef>
                <a:spcPts val="0"/>
              </a:spcBef>
              <a:spcAft>
                <a:spcPts val="0"/>
              </a:spcAft>
              <a:buClr>
                <a:schemeClr val="dk1"/>
              </a:buClr>
              <a:buSzPts val="3600"/>
              <a:buFont typeface="Wingdings" panose="05000000000000000000" pitchFamily="2" charset="2"/>
              <a:buChar char="v"/>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wipe(down)">
                                      <p:cBhvr>
                                        <p:cTn id="7" dur="500"/>
                                        <p:tgtEl>
                                          <p:spTgt spid="250">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50">
                                            <p:txEl>
                                              <p:pRg st="1" end="1"/>
                                            </p:txEl>
                                          </p:spTgt>
                                        </p:tgtEl>
                                        <p:attrNameLst>
                                          <p:attrName>style.visibility</p:attrName>
                                        </p:attrNameLst>
                                      </p:cBhvr>
                                      <p:to>
                                        <p:strVal val="visible"/>
                                      </p:to>
                                    </p:set>
                                    <p:animEffect transition="in" filter="wipe(down)">
                                      <p:cBhvr>
                                        <p:cTn id="10" dur="500"/>
                                        <p:tgtEl>
                                          <p:spTgt spid="250">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50">
                                            <p:txEl>
                                              <p:pRg st="2" end="2"/>
                                            </p:txEl>
                                          </p:spTgt>
                                        </p:tgtEl>
                                        <p:attrNameLst>
                                          <p:attrName>style.visibility</p:attrName>
                                        </p:attrNameLst>
                                      </p:cBhvr>
                                      <p:to>
                                        <p:strVal val="visible"/>
                                      </p:to>
                                    </p:set>
                                    <p:animEffect transition="in" filter="wipe(down)">
                                      <p:cBhvr>
                                        <p:cTn id="13" dur="500"/>
                                        <p:tgtEl>
                                          <p:spTgt spid="250">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50">
                                            <p:txEl>
                                              <p:pRg st="3" end="3"/>
                                            </p:txEl>
                                          </p:spTgt>
                                        </p:tgtEl>
                                        <p:attrNameLst>
                                          <p:attrName>style.visibility</p:attrName>
                                        </p:attrNameLst>
                                      </p:cBhvr>
                                      <p:to>
                                        <p:strVal val="visible"/>
                                      </p:to>
                                    </p:set>
                                    <p:animEffect transition="in" filter="wipe(down)">
                                      <p:cBhvr>
                                        <p:cTn id="16" dur="500"/>
                                        <p:tgtEl>
                                          <p:spTgt spid="250">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50">
                                            <p:txEl>
                                              <p:pRg st="4" end="4"/>
                                            </p:txEl>
                                          </p:spTgt>
                                        </p:tgtEl>
                                        <p:attrNameLst>
                                          <p:attrName>style.visibility</p:attrName>
                                        </p:attrNameLst>
                                      </p:cBhvr>
                                      <p:to>
                                        <p:strVal val="visible"/>
                                      </p:to>
                                    </p:set>
                                    <p:animEffect transition="in" filter="wipe(down)">
                                      <p:cBhvr>
                                        <p:cTn id="19" dur="500"/>
                                        <p:tgtEl>
                                          <p:spTgt spid="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345A2-5B1C-23F1-71FB-559A9CA07756}"/>
              </a:ext>
            </a:extLst>
          </p:cNvPr>
          <p:cNvSpPr>
            <a:spLocks noGrp="1"/>
          </p:cNvSpPr>
          <p:nvPr>
            <p:ph type="title"/>
          </p:nvPr>
        </p:nvSpPr>
        <p:spPr>
          <a:xfrm>
            <a:off x="347473" y="569326"/>
            <a:ext cx="17355882" cy="1021730"/>
          </a:xfrm>
        </p:spPr>
        <p:txBody>
          <a:bodyPr>
            <a:normAutofit fontScale="90000"/>
          </a:bodyPr>
          <a:lstStyle/>
          <a:p>
            <a:endParaRPr lang="en-US" dirty="0"/>
          </a:p>
        </p:txBody>
      </p:sp>
      <p:sp>
        <p:nvSpPr>
          <p:cNvPr id="3" name="Text Placeholder 2">
            <a:extLst>
              <a:ext uri="{FF2B5EF4-FFF2-40B4-BE49-F238E27FC236}">
                <a16:creationId xmlns:a16="http://schemas.microsoft.com/office/drawing/2014/main" id="{EEF5A3B4-5B68-2F78-4867-76D36F16FD9C}"/>
              </a:ext>
            </a:extLst>
          </p:cNvPr>
          <p:cNvSpPr>
            <a:spLocks noGrp="1"/>
          </p:cNvSpPr>
          <p:nvPr>
            <p:ph type="body" idx="1"/>
          </p:nvPr>
        </p:nvSpPr>
        <p:spPr>
          <a:xfrm>
            <a:off x="713233" y="2029968"/>
            <a:ext cx="16990122" cy="7601519"/>
          </a:xfrm>
        </p:spPr>
        <p:txBody>
          <a:bodyPr/>
          <a:lstStyle/>
          <a:p>
            <a:pPr marL="0" marR="0" algn="just">
              <a:lnSpc>
                <a:spcPct val="150000"/>
              </a:lnSpc>
              <a:spcAft>
                <a:spcPts val="1000"/>
              </a:spcAft>
            </a:pPr>
            <a:r>
              <a:rPr lang="en-US" sz="2800" b="1" u="sng" dirty="0">
                <a:effectLst/>
                <a:latin typeface="Times New Roman" panose="02020603050405020304" pitchFamily="18" charset="0"/>
                <a:ea typeface="Times New Roman" panose="02020603050405020304" pitchFamily="18" charset="0"/>
                <a:cs typeface="Times New Roman" panose="02020603050405020304" pitchFamily="18" charset="0"/>
              </a:rPr>
              <a:t>MODULES: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spcAft>
                <a:spcPts val="1000"/>
              </a:spcAft>
              <a:buFont typeface="Symbol" panose="05050102010706020507" pitchFamily="18" charset="2"/>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Admin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&gt;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User</a:t>
            </a:r>
            <a:endParaRPr lang="en-US" sz="3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buNone/>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AE585A9-B610-05E6-D0D1-95DCACA60B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pSp>
        <p:nvGrpSpPr>
          <p:cNvPr id="5" name="Google Shape;247;p21">
            <a:extLst>
              <a:ext uri="{FF2B5EF4-FFF2-40B4-BE49-F238E27FC236}">
                <a16:creationId xmlns:a16="http://schemas.microsoft.com/office/drawing/2014/main" id="{0394B1FA-F03E-0D27-8F02-131740C9CBC1}"/>
              </a:ext>
            </a:extLst>
          </p:cNvPr>
          <p:cNvGrpSpPr/>
          <p:nvPr/>
        </p:nvGrpSpPr>
        <p:grpSpPr>
          <a:xfrm>
            <a:off x="0" y="569326"/>
            <a:ext cx="15043107" cy="1021730"/>
            <a:chOff x="-16184" y="8537340"/>
            <a:chExt cx="4038042" cy="542238"/>
          </a:xfrm>
        </p:grpSpPr>
        <p:sp>
          <p:nvSpPr>
            <p:cNvPr id="6" name="Google Shape;248;p21">
              <a:extLst>
                <a:ext uri="{FF2B5EF4-FFF2-40B4-BE49-F238E27FC236}">
                  <a16:creationId xmlns:a16="http://schemas.microsoft.com/office/drawing/2014/main" id="{5A72C2F7-65EF-B289-EB63-6BF985A7D7C9}"/>
                </a:ext>
              </a:extLst>
            </p:cNvPr>
            <p:cNvSpPr/>
            <p:nvPr/>
          </p:nvSpPr>
          <p:spPr>
            <a:xfrm>
              <a:off x="-16184" y="8537340"/>
              <a:ext cx="3923363" cy="542238"/>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8</a:t>
              </a:r>
              <a:r>
                <a:rPr lang="en-US" sz="5400" b="0" i="0" u="none" strike="noStrike" cap="none" dirty="0">
                  <a:solidFill>
                    <a:schemeClr val="lt1"/>
                  </a:solidFill>
                  <a:latin typeface="Calibri"/>
                  <a:ea typeface="Calibri"/>
                  <a:cs typeface="Calibri"/>
                  <a:sym typeface="Calibri"/>
                </a:rPr>
                <a:t>. Implementation</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7" name="Google Shape;249;p21">
              <a:extLst>
                <a:ext uri="{FF2B5EF4-FFF2-40B4-BE49-F238E27FC236}">
                  <a16:creationId xmlns:a16="http://schemas.microsoft.com/office/drawing/2014/main" id="{547BD4BB-3E4D-D6D8-55FE-5CEC78C73CFB}"/>
                </a:ext>
              </a:extLst>
            </p:cNvPr>
            <p:cNvSpPr/>
            <p:nvPr/>
          </p:nvSpPr>
          <p:spPr>
            <a:xfrm>
              <a:off x="3792499" y="8537340"/>
              <a:ext cx="229359" cy="542238"/>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 name="Picture 7">
            <a:extLst>
              <a:ext uri="{FF2B5EF4-FFF2-40B4-BE49-F238E27FC236}">
                <a16:creationId xmlns:a16="http://schemas.microsoft.com/office/drawing/2014/main" id="{1D9E8D61-9F10-4AFA-3ECB-CA30B231BD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32" y="4157408"/>
            <a:ext cx="7506303" cy="5254623"/>
          </a:xfrm>
          <a:prstGeom prst="rect">
            <a:avLst/>
          </a:prstGeom>
          <a:noFill/>
          <a:ln>
            <a:noFill/>
          </a:ln>
        </p:spPr>
      </p:pic>
      <p:pic>
        <p:nvPicPr>
          <p:cNvPr id="9" name="Picture 8">
            <a:extLst>
              <a:ext uri="{FF2B5EF4-FFF2-40B4-BE49-F238E27FC236}">
                <a16:creationId xmlns:a16="http://schemas.microsoft.com/office/drawing/2014/main" id="{C4CED1D5-45E3-5996-89BA-1908291E78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25414" y="4172552"/>
            <a:ext cx="8677940" cy="5254622"/>
          </a:xfrm>
          <a:prstGeom prst="rect">
            <a:avLst/>
          </a:prstGeom>
          <a:noFill/>
          <a:ln>
            <a:noFill/>
          </a:ln>
        </p:spPr>
      </p:pic>
    </p:spTree>
    <p:extLst>
      <p:ext uri="{BB962C8B-B14F-4D97-AF65-F5344CB8AC3E}">
        <p14:creationId xmlns:p14="http://schemas.microsoft.com/office/powerpoint/2010/main" val="1641587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12</a:t>
            </a:fld>
            <a:endParaRPr sz="3200">
              <a:solidFill>
                <a:schemeClr val="lt1"/>
              </a:solidFill>
            </a:endParaRPr>
          </a:p>
        </p:txBody>
      </p:sp>
      <p:grpSp>
        <p:nvGrpSpPr>
          <p:cNvPr id="257" name="Google Shape;257;p22"/>
          <p:cNvGrpSpPr/>
          <p:nvPr/>
        </p:nvGrpSpPr>
        <p:grpSpPr>
          <a:xfrm>
            <a:off x="-2" y="9568581"/>
            <a:ext cx="19010314" cy="1112119"/>
            <a:chOff x="-2" y="9568581"/>
            <a:chExt cx="19010314" cy="1112119"/>
          </a:xfrm>
        </p:grpSpPr>
        <p:grpSp>
          <p:nvGrpSpPr>
            <p:cNvPr id="258" name="Google Shape;258;p22"/>
            <p:cNvGrpSpPr/>
            <p:nvPr/>
          </p:nvGrpSpPr>
          <p:grpSpPr>
            <a:xfrm>
              <a:off x="-2" y="9568581"/>
              <a:ext cx="19010314" cy="1112119"/>
              <a:chOff x="-324645" y="2222500"/>
              <a:chExt cx="22261686" cy="1302327"/>
            </a:xfrm>
          </p:grpSpPr>
          <p:sp>
            <p:nvSpPr>
              <p:cNvPr id="259" name="Google Shape;259;p22"/>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22"/>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61" name="Google Shape;261;p22"/>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64" name="Google Shape;264;p22"/>
          <p:cNvSpPr txBox="1"/>
          <p:nvPr/>
        </p:nvSpPr>
        <p:spPr>
          <a:xfrm>
            <a:off x="17658556" y="9994900"/>
            <a:ext cx="1123156" cy="26900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12</a:t>
            </a:fld>
            <a:endParaRPr sz="1870">
              <a:solidFill>
                <a:schemeClr val="lt1"/>
              </a:solidFill>
              <a:latin typeface="Calibri"/>
              <a:ea typeface="Calibri"/>
              <a:cs typeface="Calibri"/>
              <a:sym typeface="Calibri"/>
            </a:endParaRPr>
          </a:p>
        </p:txBody>
      </p:sp>
      <p:grpSp>
        <p:nvGrpSpPr>
          <p:cNvPr id="265" name="Google Shape;265;p22"/>
          <p:cNvGrpSpPr/>
          <p:nvPr/>
        </p:nvGrpSpPr>
        <p:grpSpPr>
          <a:xfrm>
            <a:off x="-26281" y="774700"/>
            <a:ext cx="15071695" cy="827992"/>
            <a:chOff x="-16184" y="8640158"/>
            <a:chExt cx="4045716" cy="439420"/>
          </a:xfrm>
        </p:grpSpPr>
        <p:sp>
          <p:nvSpPr>
            <p:cNvPr id="266" name="Google Shape;266;p22"/>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9</a:t>
              </a:r>
              <a:r>
                <a:rPr lang="en-US" sz="5400" b="0" i="0" u="none" strike="noStrike" cap="none" dirty="0">
                  <a:solidFill>
                    <a:schemeClr val="lt1"/>
                  </a:solidFill>
                  <a:latin typeface="Calibri"/>
                  <a:ea typeface="Calibri"/>
                  <a:cs typeface="Calibri"/>
                  <a:sym typeface="Calibri"/>
                </a:rPr>
                <a:t>. Testing / Experimentation</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67" name="Google Shape;267;p22"/>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aphicFrame>
        <p:nvGraphicFramePr>
          <p:cNvPr id="3" name="Table 2">
            <a:extLst>
              <a:ext uri="{FF2B5EF4-FFF2-40B4-BE49-F238E27FC236}">
                <a16:creationId xmlns:a16="http://schemas.microsoft.com/office/drawing/2014/main" id="{AB057572-2B46-87DB-C234-57E12E657D9E}"/>
              </a:ext>
            </a:extLst>
          </p:cNvPr>
          <p:cNvGraphicFramePr>
            <a:graphicFrameLocks noGrp="1"/>
          </p:cNvGraphicFramePr>
          <p:nvPr>
            <p:extLst>
              <p:ext uri="{D42A27DB-BD31-4B8C-83A1-F6EECF244321}">
                <p14:modId xmlns:p14="http://schemas.microsoft.com/office/powerpoint/2010/main" val="3494716097"/>
              </p:ext>
            </p:extLst>
          </p:nvPr>
        </p:nvGraphicFramePr>
        <p:xfrm>
          <a:off x="859536" y="1945309"/>
          <a:ext cx="17245584" cy="7443227"/>
        </p:xfrm>
        <a:graphic>
          <a:graphicData uri="http://schemas.openxmlformats.org/drawingml/2006/table">
            <a:tbl>
              <a:tblPr firstRow="1" firstCol="1" bandRow="1">
                <a:tableStyleId>{E7BF2D8A-BC4A-4150-BDE1-1FF89AE879BF}</a:tableStyleId>
              </a:tblPr>
              <a:tblGrid>
                <a:gridCol w="1429357">
                  <a:extLst>
                    <a:ext uri="{9D8B030D-6E8A-4147-A177-3AD203B41FA5}">
                      <a16:colId xmlns:a16="http://schemas.microsoft.com/office/drawing/2014/main" val="626538376"/>
                    </a:ext>
                  </a:extLst>
                </a:gridCol>
                <a:gridCol w="3556598">
                  <a:extLst>
                    <a:ext uri="{9D8B030D-6E8A-4147-A177-3AD203B41FA5}">
                      <a16:colId xmlns:a16="http://schemas.microsoft.com/office/drawing/2014/main" val="1328460391"/>
                    </a:ext>
                  </a:extLst>
                </a:gridCol>
                <a:gridCol w="6644831">
                  <a:extLst>
                    <a:ext uri="{9D8B030D-6E8A-4147-A177-3AD203B41FA5}">
                      <a16:colId xmlns:a16="http://schemas.microsoft.com/office/drawing/2014/main" val="2483340288"/>
                    </a:ext>
                  </a:extLst>
                </a:gridCol>
                <a:gridCol w="2349296">
                  <a:extLst>
                    <a:ext uri="{9D8B030D-6E8A-4147-A177-3AD203B41FA5}">
                      <a16:colId xmlns:a16="http://schemas.microsoft.com/office/drawing/2014/main" val="4047883893"/>
                    </a:ext>
                  </a:extLst>
                </a:gridCol>
                <a:gridCol w="3265502">
                  <a:extLst>
                    <a:ext uri="{9D8B030D-6E8A-4147-A177-3AD203B41FA5}">
                      <a16:colId xmlns:a16="http://schemas.microsoft.com/office/drawing/2014/main" val="2959632203"/>
                    </a:ext>
                  </a:extLst>
                </a:gridCol>
              </a:tblGrid>
              <a:tr h="1008349">
                <a:tc>
                  <a:txBody>
                    <a:bodyPr/>
                    <a:lstStyle/>
                    <a:p>
                      <a:pPr marL="0" marR="0" algn="ctr">
                        <a:lnSpc>
                          <a:spcPct val="115000"/>
                        </a:lnSpc>
                        <a:spcAft>
                          <a:spcPts val="1000"/>
                        </a:spcAft>
                      </a:pPr>
                      <a:r>
                        <a:rPr lang="en-US" sz="2400" dirty="0">
                          <a:effectLst/>
                        </a:rPr>
                        <a:t>S.no</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Test Case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Excepted Result</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Result</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Remarks(IF Fails)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438985175"/>
                  </a:ext>
                </a:extLst>
              </a:tr>
              <a:tr h="1200446">
                <a:tc>
                  <a:txBody>
                    <a:bodyPr/>
                    <a:lstStyle/>
                    <a:p>
                      <a:pPr marL="0" marR="0" algn="ctr">
                        <a:lnSpc>
                          <a:spcPct val="115000"/>
                        </a:lnSpc>
                        <a:spcAft>
                          <a:spcPts val="1000"/>
                        </a:spcAft>
                      </a:pPr>
                      <a:r>
                        <a:rPr lang="en-US" sz="2400" dirty="0">
                          <a:effectLst/>
                        </a:rPr>
                        <a:t>1</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User Register</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If User registration successfully.</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Pass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If already user email exist then it fails.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0183941"/>
                  </a:ext>
                </a:extLst>
              </a:tr>
              <a:tr h="1200446">
                <a:tc>
                  <a:txBody>
                    <a:bodyPr/>
                    <a:lstStyle/>
                    <a:p>
                      <a:pPr marL="0" marR="0" algn="ctr">
                        <a:lnSpc>
                          <a:spcPct val="115000"/>
                        </a:lnSpc>
                        <a:spcAft>
                          <a:spcPts val="1000"/>
                        </a:spcAft>
                      </a:pPr>
                      <a:r>
                        <a:rPr lang="en-US" sz="2400" dirty="0">
                          <a:effectLst/>
                        </a:rPr>
                        <a:t>2</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User Login</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If Username and password is correct then it will getting valid page.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Pass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Un Register Users will not logged in.</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38230147"/>
                  </a:ext>
                </a:extLst>
              </a:tr>
              <a:tr h="792322">
                <a:tc>
                  <a:txBody>
                    <a:bodyPr/>
                    <a:lstStyle/>
                    <a:p>
                      <a:pPr marL="0" marR="0" algn="ctr">
                        <a:lnSpc>
                          <a:spcPct val="115000"/>
                        </a:lnSpc>
                        <a:spcAft>
                          <a:spcPts val="1000"/>
                        </a:spcAft>
                      </a:pPr>
                      <a:r>
                        <a:rPr lang="en-US" sz="2400" dirty="0">
                          <a:effectLst/>
                        </a:rPr>
                        <a:t>3</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View Parameter Results by User </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1000"/>
                        </a:spcAft>
                      </a:pPr>
                      <a:r>
                        <a:rPr lang="en-US" sz="2400" dirty="0">
                          <a:effectLst/>
                        </a:rPr>
                        <a:t>Parameter Results will be displayed by the user</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Pass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1000"/>
                        </a:spcAft>
                      </a:pPr>
                      <a:r>
                        <a:rPr lang="en-US" sz="2400" dirty="0">
                          <a:effectLst/>
                        </a:rPr>
                        <a:t>Results not true failed</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11272064"/>
                  </a:ext>
                </a:extLst>
              </a:tr>
              <a:tr h="792322">
                <a:tc>
                  <a:txBody>
                    <a:bodyPr/>
                    <a:lstStyle/>
                    <a:p>
                      <a:pPr marL="0" marR="0" algn="ctr">
                        <a:lnSpc>
                          <a:spcPct val="115000"/>
                        </a:lnSpc>
                        <a:spcAft>
                          <a:spcPts val="1000"/>
                        </a:spcAft>
                      </a:pPr>
                      <a:r>
                        <a:rPr lang="en-US" sz="2400" dirty="0">
                          <a:effectLst/>
                        </a:rPr>
                        <a:t>4</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View Parameter Results by Admin</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Parameter Results will be displayed by the  admin</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Pass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Results not true Failed</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21615806"/>
                  </a:ext>
                </a:extLst>
              </a:tr>
              <a:tr h="1200446">
                <a:tc>
                  <a:txBody>
                    <a:bodyPr/>
                    <a:lstStyle/>
                    <a:p>
                      <a:pPr marL="0" marR="0" algn="ctr">
                        <a:lnSpc>
                          <a:spcPct val="115000"/>
                        </a:lnSpc>
                        <a:spcAft>
                          <a:spcPts val="1000"/>
                        </a:spcAft>
                      </a:pPr>
                      <a:r>
                        <a:rPr lang="en-US" sz="2400" dirty="0">
                          <a:effectLst/>
                        </a:rPr>
                        <a:t>5</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Admin login</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Admin can login with his login credential. If success he get his home page</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Pass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Invalid login details will not allowed here</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85454957"/>
                  </a:ext>
                </a:extLst>
              </a:tr>
              <a:tr h="1200446">
                <a:tc>
                  <a:txBody>
                    <a:bodyPr/>
                    <a:lstStyle/>
                    <a:p>
                      <a:pPr marL="0" marR="0" algn="ctr">
                        <a:lnSpc>
                          <a:spcPct val="115000"/>
                        </a:lnSpc>
                        <a:spcAft>
                          <a:spcPts val="1000"/>
                        </a:spcAft>
                      </a:pPr>
                      <a:r>
                        <a:rPr lang="en-US" sz="2400" dirty="0">
                          <a:effectLst/>
                        </a:rPr>
                        <a:t>6</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a:effectLst/>
                        </a:rPr>
                        <a:t>Admin can activate the register users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Aft>
                          <a:spcPts val="1000"/>
                        </a:spcAft>
                      </a:pPr>
                      <a:r>
                        <a:rPr lang="en-US" sz="2400">
                          <a:effectLst/>
                        </a:rPr>
                        <a:t>Admin can activate the register user id</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Pass</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pPr>
                      <a:r>
                        <a:rPr lang="en-US" sz="2400" dirty="0">
                          <a:effectLst/>
                        </a:rPr>
                        <a:t>If user id not found then it won’t login.</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03207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13</a:t>
            </a:fld>
            <a:endParaRPr sz="3200">
              <a:solidFill>
                <a:schemeClr val="lt1"/>
              </a:solidFill>
            </a:endParaRPr>
          </a:p>
        </p:txBody>
      </p:sp>
      <p:grpSp>
        <p:nvGrpSpPr>
          <p:cNvPr id="275" name="Google Shape;275;p23"/>
          <p:cNvGrpSpPr/>
          <p:nvPr/>
        </p:nvGrpSpPr>
        <p:grpSpPr>
          <a:xfrm>
            <a:off x="-2" y="9568581"/>
            <a:ext cx="19010314" cy="1112119"/>
            <a:chOff x="-2" y="9568581"/>
            <a:chExt cx="19010314" cy="1112119"/>
          </a:xfrm>
        </p:grpSpPr>
        <p:grpSp>
          <p:nvGrpSpPr>
            <p:cNvPr id="276" name="Google Shape;276;p23"/>
            <p:cNvGrpSpPr/>
            <p:nvPr/>
          </p:nvGrpSpPr>
          <p:grpSpPr>
            <a:xfrm>
              <a:off x="-2" y="9568581"/>
              <a:ext cx="19010314" cy="1112119"/>
              <a:chOff x="-324645" y="2222500"/>
              <a:chExt cx="22261686" cy="1302327"/>
            </a:xfrm>
          </p:grpSpPr>
          <p:sp>
            <p:nvSpPr>
              <p:cNvPr id="277" name="Google Shape;277;p23"/>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23"/>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79" name="Google Shape;279;p23"/>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82" name="Google Shape;282;p23"/>
          <p:cNvSpPr txBox="1"/>
          <p:nvPr/>
        </p:nvSpPr>
        <p:spPr>
          <a:xfrm>
            <a:off x="17729344" y="9911199"/>
            <a:ext cx="961453" cy="3885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13</a:t>
            </a:fld>
            <a:endParaRPr sz="1870">
              <a:solidFill>
                <a:schemeClr val="lt1"/>
              </a:solidFill>
              <a:latin typeface="Calibri"/>
              <a:ea typeface="Calibri"/>
              <a:cs typeface="Calibri"/>
              <a:sym typeface="Calibri"/>
            </a:endParaRPr>
          </a:p>
        </p:txBody>
      </p:sp>
      <p:grpSp>
        <p:nvGrpSpPr>
          <p:cNvPr id="283" name="Google Shape;283;p23"/>
          <p:cNvGrpSpPr/>
          <p:nvPr/>
        </p:nvGrpSpPr>
        <p:grpSpPr>
          <a:xfrm>
            <a:off x="-26281" y="774700"/>
            <a:ext cx="15071695" cy="827992"/>
            <a:chOff x="-16184" y="8640158"/>
            <a:chExt cx="4045716" cy="439420"/>
          </a:xfrm>
        </p:grpSpPr>
        <p:sp>
          <p:nvSpPr>
            <p:cNvPr id="284" name="Google Shape;284;p23"/>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dirty="0">
                  <a:solidFill>
                    <a:schemeClr val="lt1"/>
                  </a:solidFill>
                  <a:latin typeface="Calibri"/>
                  <a:ea typeface="Calibri"/>
                  <a:cs typeface="Calibri"/>
                  <a:sym typeface="Calibri"/>
                </a:rPr>
                <a:t>10</a:t>
              </a:r>
              <a:r>
                <a:rPr lang="en-US" sz="5400" b="0" i="0" u="none" strike="noStrike" cap="none" dirty="0">
                  <a:solidFill>
                    <a:schemeClr val="lt1"/>
                  </a:solidFill>
                  <a:latin typeface="Calibri"/>
                  <a:ea typeface="Calibri"/>
                  <a:cs typeface="Calibri"/>
                  <a:sym typeface="Calibri"/>
                </a:rPr>
                <a:t>. </a:t>
              </a:r>
              <a:r>
                <a:rPr lang="en-US" sz="5400" dirty="0">
                  <a:solidFill>
                    <a:schemeClr val="lt1"/>
                  </a:solidFill>
                  <a:latin typeface="Calibri"/>
                  <a:ea typeface="Calibri"/>
                  <a:cs typeface="Calibri"/>
                  <a:sym typeface="Calibri"/>
                </a:rPr>
                <a:t>Result</a:t>
              </a:r>
              <a:r>
                <a:rPr lang="en-US" sz="5400" b="0" i="0" u="none" strike="noStrike" cap="none" dirty="0">
                  <a:solidFill>
                    <a:schemeClr val="lt1"/>
                  </a:solidFill>
                  <a:latin typeface="Calibri"/>
                  <a:ea typeface="Calibri"/>
                  <a:cs typeface="Calibri"/>
                  <a:sym typeface="Calibri"/>
                </a:rPr>
                <a:t>s</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285" name="Google Shape;285;p23"/>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86" name="Google Shape;286;p23"/>
          <p:cNvSpPr txBox="1"/>
          <p:nvPr/>
        </p:nvSpPr>
        <p:spPr>
          <a:xfrm>
            <a:off x="1418812" y="2478820"/>
            <a:ext cx="15544800" cy="5124439"/>
          </a:xfrm>
          <a:prstGeom prst="rect">
            <a:avLst/>
          </a:prstGeom>
          <a:noFill/>
          <a:ln>
            <a:noFill/>
          </a:ln>
        </p:spPr>
        <p:txBody>
          <a:bodyPr spcFirstLastPara="1" wrap="square" lIns="91425" tIns="45700" rIns="91425" bIns="45700" anchor="t" anchorCtr="0">
            <a:spAutoFit/>
          </a:bodyPr>
          <a:lstStyle/>
          <a:p>
            <a:pPr marL="0" marR="0" algn="just">
              <a:lnSpc>
                <a:spcPct val="150000"/>
              </a:lnSpc>
              <a:spcAft>
                <a:spcPts val="1000"/>
              </a:spcAft>
            </a:pPr>
            <a:r>
              <a:rPr lang="en-US" sz="3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Test Results:</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All the test cases mentioned above passed successfully. No defects encountered.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1000"/>
              </a:spcBef>
            </a:pPr>
            <a:r>
              <a:rPr lang="en-US" sz="32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Acceptance Testing</a:t>
            </a:r>
            <a:endParaRPr lang="en-US" sz="3200" dirty="0">
              <a:solidFill>
                <a:srgbClr val="404040"/>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just">
              <a:lnSpc>
                <a:spcPct val="150000"/>
              </a:lnSpc>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User Acceptance Testing is a critical phase of any project and requires significant participation by the end user. It also ensures that the system meets the functional requirements.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l" rtl="0">
              <a:spcBef>
                <a:spcPts val="0"/>
              </a:spcBef>
              <a:spcAft>
                <a:spcPts val="0"/>
              </a:spcAft>
              <a:buClr>
                <a:schemeClr val="dk1"/>
              </a:buClr>
              <a:buSzPts val="3600"/>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
                                            <p:txEl>
                                              <p:pRg st="0" end="0"/>
                                            </p:txEl>
                                          </p:spTgt>
                                        </p:tgtEl>
                                        <p:attrNameLst>
                                          <p:attrName>style.visibility</p:attrName>
                                        </p:attrNameLst>
                                      </p:cBhvr>
                                      <p:to>
                                        <p:strVal val="visible"/>
                                      </p:to>
                                    </p:set>
                                    <p:animEffect transition="in" filter="fade">
                                      <p:cBhvr>
                                        <p:cTn id="7" dur="1000"/>
                                        <p:tgtEl>
                                          <p:spTgt spid="286">
                                            <p:txEl>
                                              <p:pRg st="0" end="0"/>
                                            </p:txEl>
                                          </p:spTgt>
                                        </p:tgtEl>
                                      </p:cBhvr>
                                    </p:animEffect>
                                    <p:anim calcmode="lin" valueType="num">
                                      <p:cBhvr>
                                        <p:cTn id="8" dur="1000" fill="hold"/>
                                        <p:tgtEl>
                                          <p:spTgt spid="28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86">
                                            <p:txEl>
                                              <p:pRg st="1" end="1"/>
                                            </p:txEl>
                                          </p:spTgt>
                                        </p:tgtEl>
                                        <p:attrNameLst>
                                          <p:attrName>style.visibility</p:attrName>
                                        </p:attrNameLst>
                                      </p:cBhvr>
                                      <p:to>
                                        <p:strVal val="visible"/>
                                      </p:to>
                                    </p:set>
                                    <p:animEffect transition="in" filter="fade">
                                      <p:cBhvr>
                                        <p:cTn id="12" dur="1000"/>
                                        <p:tgtEl>
                                          <p:spTgt spid="286">
                                            <p:txEl>
                                              <p:pRg st="1" end="1"/>
                                            </p:txEl>
                                          </p:spTgt>
                                        </p:tgtEl>
                                      </p:cBhvr>
                                    </p:animEffect>
                                    <p:anim calcmode="lin" valueType="num">
                                      <p:cBhvr>
                                        <p:cTn id="13" dur="1000" fill="hold"/>
                                        <p:tgtEl>
                                          <p:spTgt spid="28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8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86">
                                            <p:txEl>
                                              <p:pRg st="2" end="2"/>
                                            </p:txEl>
                                          </p:spTgt>
                                        </p:tgtEl>
                                        <p:attrNameLst>
                                          <p:attrName>style.visibility</p:attrName>
                                        </p:attrNameLst>
                                      </p:cBhvr>
                                      <p:to>
                                        <p:strVal val="visible"/>
                                      </p:to>
                                    </p:set>
                                    <p:animEffect transition="in" filter="fade">
                                      <p:cBhvr>
                                        <p:cTn id="17" dur="1000"/>
                                        <p:tgtEl>
                                          <p:spTgt spid="286">
                                            <p:txEl>
                                              <p:pRg st="2" end="2"/>
                                            </p:txEl>
                                          </p:spTgt>
                                        </p:tgtEl>
                                      </p:cBhvr>
                                    </p:animEffect>
                                    <p:anim calcmode="lin" valueType="num">
                                      <p:cBhvr>
                                        <p:cTn id="18" dur="1000" fill="hold"/>
                                        <p:tgtEl>
                                          <p:spTgt spid="28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8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4"/>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14</a:t>
            </a:fld>
            <a:endParaRPr sz="3200">
              <a:solidFill>
                <a:schemeClr val="lt1"/>
              </a:solidFill>
            </a:endParaRPr>
          </a:p>
        </p:txBody>
      </p:sp>
      <p:grpSp>
        <p:nvGrpSpPr>
          <p:cNvPr id="293" name="Google Shape;293;p24"/>
          <p:cNvGrpSpPr/>
          <p:nvPr/>
        </p:nvGrpSpPr>
        <p:grpSpPr>
          <a:xfrm>
            <a:off x="-2" y="9568581"/>
            <a:ext cx="19010314" cy="1112119"/>
            <a:chOff x="-2" y="9568581"/>
            <a:chExt cx="19010314" cy="1112119"/>
          </a:xfrm>
        </p:grpSpPr>
        <p:grpSp>
          <p:nvGrpSpPr>
            <p:cNvPr id="294" name="Google Shape;294;p24"/>
            <p:cNvGrpSpPr/>
            <p:nvPr/>
          </p:nvGrpSpPr>
          <p:grpSpPr>
            <a:xfrm>
              <a:off x="-2" y="9568581"/>
              <a:ext cx="19010314" cy="1112119"/>
              <a:chOff x="-324645" y="2222500"/>
              <a:chExt cx="22261686" cy="1302327"/>
            </a:xfrm>
          </p:grpSpPr>
          <p:sp>
            <p:nvSpPr>
              <p:cNvPr id="295" name="Google Shape;295;p24"/>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24"/>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97" name="Google Shape;297;p24"/>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98" name="Google Shape;298;p24"/>
          <p:cNvSpPr txBox="1"/>
          <p:nvPr/>
        </p:nvSpPr>
        <p:spPr>
          <a:xfrm>
            <a:off x="665956" y="9771598"/>
            <a:ext cx="112776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dirty="0"/>
          </a:p>
        </p:txBody>
      </p:sp>
      <p:sp>
        <p:nvSpPr>
          <p:cNvPr id="299" name="Google Shape;299;p24"/>
          <p:cNvSpPr txBox="1"/>
          <p:nvPr/>
        </p:nvSpPr>
        <p:spPr>
          <a:xfrm>
            <a:off x="15486923" y="9928984"/>
            <a:ext cx="224242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300" name="Google Shape;300;p24"/>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14</a:t>
            </a:fld>
            <a:endParaRPr sz="1870">
              <a:solidFill>
                <a:schemeClr val="lt1"/>
              </a:solidFill>
              <a:latin typeface="Calibri"/>
              <a:ea typeface="Calibri"/>
              <a:cs typeface="Calibri"/>
              <a:sym typeface="Calibri"/>
            </a:endParaRPr>
          </a:p>
        </p:txBody>
      </p:sp>
      <p:grpSp>
        <p:nvGrpSpPr>
          <p:cNvPr id="301" name="Google Shape;301;p24"/>
          <p:cNvGrpSpPr/>
          <p:nvPr/>
        </p:nvGrpSpPr>
        <p:grpSpPr>
          <a:xfrm>
            <a:off x="-26281" y="774700"/>
            <a:ext cx="15071695" cy="827992"/>
            <a:chOff x="-16184" y="8640158"/>
            <a:chExt cx="4045716" cy="439420"/>
          </a:xfrm>
        </p:grpSpPr>
        <p:sp>
          <p:nvSpPr>
            <p:cNvPr id="302" name="Google Shape;302;p24"/>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lvl="1" algn="ctr"/>
              <a:r>
                <a:rPr lang="en-US" sz="5400" b="0" i="0" u="none" strike="noStrike" cap="none" dirty="0">
                  <a:solidFill>
                    <a:schemeClr val="lt1"/>
                  </a:solidFill>
                  <a:latin typeface="Calibri"/>
                  <a:ea typeface="Calibri"/>
                  <a:cs typeface="Calibri"/>
                  <a:sym typeface="Calibri"/>
                </a:rPr>
                <a:t>11. Future Enhancement</a:t>
              </a:r>
              <a:endParaRPr lang="en-US" dirty="0"/>
            </a:p>
            <a:p>
              <a:pPr marL="457200" marR="0" lvl="1" indent="0" algn="ctr" rtl="0">
                <a:spcBef>
                  <a:spcPts val="0"/>
                </a:spcBef>
                <a:spcAft>
                  <a:spcPts val="0"/>
                </a:spcAft>
                <a:buNone/>
              </a:pP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303" name="Google Shape;303;p24"/>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04" name="Google Shape;304;p24"/>
          <p:cNvSpPr txBox="1"/>
          <p:nvPr/>
        </p:nvSpPr>
        <p:spPr>
          <a:xfrm>
            <a:off x="1199356" y="2070100"/>
            <a:ext cx="15544800" cy="5016718"/>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4000" dirty="0">
                <a:effectLst/>
                <a:latin typeface="Times New Roman" panose="02020603050405020304" pitchFamily="18" charset="0"/>
                <a:ea typeface="Times New Roman" panose="02020603050405020304" pitchFamily="18" charset="0"/>
              </a:rPr>
              <a:t>The future enhancements for the Static Keystroke Dynamic Authentication (SKDA) model involve a comprehensive strategy to elevate security, usability, and adaptability. By integrating additional behavioral biometrics and leveraging machine learning for continuous refinement, the model aims to keep pace with evolving user behaviors. Adaptive authentication policies, exploration of multi-factor authentication, and real-time anomaly detection contribute to a dynamic and responsive authentication system</a:t>
            </a:r>
            <a:r>
              <a:rPr lang="en-US" sz="1800" dirty="0">
                <a:effectLst/>
                <a:latin typeface="Times New Roman" panose="02020603050405020304" pitchFamily="18" charset="0"/>
                <a:ea typeface="Times New Roman" panose="02020603050405020304" pitchFamily="18" charset="0"/>
              </a:rPr>
              <a:t>.</a:t>
            </a:r>
            <a:r>
              <a:rPr lang="en-US" sz="3600" dirty="0">
                <a:solidFill>
                  <a:schemeClr val="dk1"/>
                </a:solidFill>
                <a:latin typeface="Calibri"/>
                <a:ea typeface="Calibri"/>
                <a:cs typeface="Calibri"/>
                <a:sym typeface="Calibri"/>
              </a:rPr>
              <a:t>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barn(inVertical)">
                                      <p:cBhvr>
                                        <p:cTn id="7" dur="500"/>
                                        <p:tgtEl>
                                          <p:spTgt spid="3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5"/>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15</a:t>
            </a:fld>
            <a:endParaRPr sz="3200">
              <a:solidFill>
                <a:schemeClr val="lt1"/>
              </a:solidFill>
            </a:endParaRPr>
          </a:p>
        </p:txBody>
      </p:sp>
      <p:grpSp>
        <p:nvGrpSpPr>
          <p:cNvPr id="311" name="Google Shape;311;p25"/>
          <p:cNvGrpSpPr/>
          <p:nvPr/>
        </p:nvGrpSpPr>
        <p:grpSpPr>
          <a:xfrm>
            <a:off x="-2" y="9568581"/>
            <a:ext cx="19010314" cy="1112119"/>
            <a:chOff x="-2" y="9568581"/>
            <a:chExt cx="19010314" cy="1112119"/>
          </a:xfrm>
        </p:grpSpPr>
        <p:grpSp>
          <p:nvGrpSpPr>
            <p:cNvPr id="312" name="Google Shape;312;p25"/>
            <p:cNvGrpSpPr/>
            <p:nvPr/>
          </p:nvGrpSpPr>
          <p:grpSpPr>
            <a:xfrm>
              <a:off x="-2" y="9568581"/>
              <a:ext cx="19010314" cy="1112119"/>
              <a:chOff x="-324645" y="2222500"/>
              <a:chExt cx="22261686" cy="1302327"/>
            </a:xfrm>
          </p:grpSpPr>
          <p:sp>
            <p:nvSpPr>
              <p:cNvPr id="313" name="Google Shape;313;p25"/>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25"/>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5" name="Google Shape;315;p25"/>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7" name="Google Shape;317;p25"/>
          <p:cNvSpPr txBox="1"/>
          <p:nvPr/>
        </p:nvSpPr>
        <p:spPr>
          <a:xfrm>
            <a:off x="15486923" y="9928984"/>
            <a:ext cx="224242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318" name="Google Shape;318;p25"/>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15</a:t>
            </a:fld>
            <a:endParaRPr sz="1870">
              <a:solidFill>
                <a:schemeClr val="lt1"/>
              </a:solidFill>
              <a:latin typeface="Calibri"/>
              <a:ea typeface="Calibri"/>
              <a:cs typeface="Calibri"/>
              <a:sym typeface="Calibri"/>
            </a:endParaRPr>
          </a:p>
        </p:txBody>
      </p:sp>
      <p:grpSp>
        <p:nvGrpSpPr>
          <p:cNvPr id="319" name="Google Shape;319;p25"/>
          <p:cNvGrpSpPr/>
          <p:nvPr/>
        </p:nvGrpSpPr>
        <p:grpSpPr>
          <a:xfrm>
            <a:off x="-26281" y="774700"/>
            <a:ext cx="15071695" cy="827992"/>
            <a:chOff x="-16184" y="8640158"/>
            <a:chExt cx="4045716" cy="439420"/>
          </a:xfrm>
        </p:grpSpPr>
        <p:sp>
          <p:nvSpPr>
            <p:cNvPr id="320" name="Google Shape;320;p25"/>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12. </a:t>
              </a:r>
              <a:r>
                <a:rPr lang="en-US" sz="5400" dirty="0">
                  <a:solidFill>
                    <a:schemeClr val="lt1"/>
                  </a:solidFill>
                  <a:latin typeface="Calibri"/>
                  <a:ea typeface="Calibri"/>
                  <a:cs typeface="Calibri"/>
                  <a:sym typeface="Calibri"/>
                </a:rPr>
                <a:t>Conclusion</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321" name="Google Shape;321;p25"/>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22" name="Google Shape;322;p25"/>
          <p:cNvSpPr txBox="1"/>
          <p:nvPr/>
        </p:nvSpPr>
        <p:spPr>
          <a:xfrm>
            <a:off x="1199356" y="2070100"/>
            <a:ext cx="15544800" cy="3785611"/>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4000" dirty="0">
                <a:effectLst/>
                <a:latin typeface="Times New Roman" panose="02020603050405020304" pitchFamily="18" charset="0"/>
                <a:ea typeface="CIDFont+F2"/>
              </a:rPr>
              <a:t>In static keystroke dynamics, the user is authenticated based on the model generated from the timing features captured while entering the login and password. However, during the change of password, no data related to key press and release for the new password is available. This results in, the model available for static keystroke dynamics for the new password of the user.</a:t>
            </a:r>
            <a:endParaRPr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2">
                                            <p:txEl>
                                              <p:pRg st="0" end="0"/>
                                            </p:txEl>
                                          </p:spTgt>
                                        </p:tgtEl>
                                        <p:attrNameLst>
                                          <p:attrName>style.visibility</p:attrName>
                                        </p:attrNameLst>
                                      </p:cBhvr>
                                      <p:to>
                                        <p:strVal val="visible"/>
                                      </p:to>
                                    </p:set>
                                    <p:animEffect transition="in" filter="barn(inVertical)">
                                      <p:cBhvr>
                                        <p:cTn id="7" dur="500"/>
                                        <p:tgtEl>
                                          <p:spTgt spid="3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6"/>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3200">
                <a:solidFill>
                  <a:schemeClr val="lt1"/>
                </a:solidFill>
              </a:rPr>
              <a:t>16</a:t>
            </a:fld>
            <a:endParaRPr sz="3200">
              <a:solidFill>
                <a:schemeClr val="lt1"/>
              </a:solidFill>
            </a:endParaRPr>
          </a:p>
        </p:txBody>
      </p:sp>
      <p:grpSp>
        <p:nvGrpSpPr>
          <p:cNvPr id="329" name="Google Shape;329;p26"/>
          <p:cNvGrpSpPr/>
          <p:nvPr/>
        </p:nvGrpSpPr>
        <p:grpSpPr>
          <a:xfrm>
            <a:off x="-2" y="9568581"/>
            <a:ext cx="19010314" cy="1112119"/>
            <a:chOff x="-2" y="9568581"/>
            <a:chExt cx="19010314" cy="1112119"/>
          </a:xfrm>
        </p:grpSpPr>
        <p:grpSp>
          <p:nvGrpSpPr>
            <p:cNvPr id="330" name="Google Shape;330;p26"/>
            <p:cNvGrpSpPr/>
            <p:nvPr/>
          </p:nvGrpSpPr>
          <p:grpSpPr>
            <a:xfrm>
              <a:off x="-2" y="9568581"/>
              <a:ext cx="19010314" cy="1112119"/>
              <a:chOff x="-324645" y="2222500"/>
              <a:chExt cx="22261686" cy="1302327"/>
            </a:xfrm>
          </p:grpSpPr>
          <p:sp>
            <p:nvSpPr>
              <p:cNvPr id="331" name="Google Shape;331;p26"/>
              <p:cNvSpPr/>
              <p:nvPr/>
            </p:nvSpPr>
            <p:spPr>
              <a:xfrm>
                <a:off x="-324645" y="2222500"/>
                <a:ext cx="17644827" cy="1302327"/>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F2C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26"/>
              <p:cNvSpPr/>
              <p:nvPr/>
            </p:nvSpPr>
            <p:spPr>
              <a:xfrm>
                <a:off x="20621789" y="2222500"/>
                <a:ext cx="1315252" cy="1302327"/>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33" name="Google Shape;333;p26"/>
            <p:cNvSpPr/>
            <p:nvPr/>
          </p:nvSpPr>
          <p:spPr>
            <a:xfrm>
              <a:off x="15067756" y="9568581"/>
              <a:ext cx="2819400" cy="111211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EE599"/>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35" name="Google Shape;335;p26"/>
          <p:cNvSpPr txBox="1"/>
          <p:nvPr/>
        </p:nvSpPr>
        <p:spPr>
          <a:xfrm>
            <a:off x="15486923" y="9928984"/>
            <a:ext cx="224242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336" name="Google Shape;336;p26"/>
          <p:cNvSpPr txBox="1"/>
          <p:nvPr/>
        </p:nvSpPr>
        <p:spPr>
          <a:xfrm>
            <a:off x="17729344" y="9911199"/>
            <a:ext cx="961453" cy="236101"/>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3200">
                <a:solidFill>
                  <a:schemeClr val="lt1"/>
                </a:solidFill>
                <a:latin typeface="Calibri"/>
                <a:ea typeface="Calibri"/>
                <a:cs typeface="Calibri"/>
                <a:sym typeface="Calibri"/>
              </a:rPr>
              <a:t>16</a:t>
            </a:fld>
            <a:endParaRPr sz="1870">
              <a:solidFill>
                <a:schemeClr val="lt1"/>
              </a:solidFill>
              <a:latin typeface="Calibri"/>
              <a:ea typeface="Calibri"/>
              <a:cs typeface="Calibri"/>
              <a:sym typeface="Calibri"/>
            </a:endParaRPr>
          </a:p>
        </p:txBody>
      </p:sp>
      <p:grpSp>
        <p:nvGrpSpPr>
          <p:cNvPr id="337" name="Google Shape;337;p26"/>
          <p:cNvGrpSpPr/>
          <p:nvPr/>
        </p:nvGrpSpPr>
        <p:grpSpPr>
          <a:xfrm>
            <a:off x="-26281" y="774700"/>
            <a:ext cx="15071695" cy="827992"/>
            <a:chOff x="-16184" y="8640158"/>
            <a:chExt cx="4045716" cy="439420"/>
          </a:xfrm>
        </p:grpSpPr>
        <p:sp>
          <p:nvSpPr>
            <p:cNvPr id="338" name="Google Shape;338;p26"/>
            <p:cNvSpPr/>
            <p:nvPr/>
          </p:nvSpPr>
          <p:spPr>
            <a:xfrm>
              <a:off x="-16184" y="8640158"/>
              <a:ext cx="3923363" cy="43942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457200" marR="0" lvl="1" indent="0" algn="ctr" rtl="0">
                <a:spcBef>
                  <a:spcPts val="0"/>
                </a:spcBef>
                <a:spcAft>
                  <a:spcPts val="0"/>
                </a:spcAft>
                <a:buNone/>
              </a:pPr>
              <a:r>
                <a:rPr lang="en-US" sz="5400" b="0" i="0" u="none" strike="noStrike" cap="none" dirty="0">
                  <a:solidFill>
                    <a:schemeClr val="lt1"/>
                  </a:solidFill>
                  <a:latin typeface="Calibri"/>
                  <a:ea typeface="Calibri"/>
                  <a:cs typeface="Calibri"/>
                  <a:sym typeface="Calibri"/>
                </a:rPr>
                <a:t>13.References</a:t>
              </a:r>
              <a:endParaRPr dirty="0"/>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5400" b="0" i="0" u="none" strike="noStrike" cap="none" dirty="0">
                <a:solidFill>
                  <a:schemeClr val="lt1"/>
                </a:solidFill>
                <a:latin typeface="Calibri"/>
                <a:ea typeface="Calibri"/>
                <a:cs typeface="Calibri"/>
                <a:sym typeface="Calibri"/>
              </a:endParaRPr>
            </a:p>
            <a:p>
              <a:pPr marL="457200" marR="0" lvl="1" indent="0" algn="ctr" rtl="0">
                <a:spcBef>
                  <a:spcPts val="0"/>
                </a:spcBef>
                <a:spcAft>
                  <a:spcPts val="0"/>
                </a:spcAft>
                <a:buNone/>
              </a:pPr>
              <a:endParaRPr sz="2000" b="0" i="0" u="none" strike="noStrike" cap="none" dirty="0">
                <a:solidFill>
                  <a:schemeClr val="lt1"/>
                </a:solidFill>
                <a:latin typeface="Calibri"/>
                <a:ea typeface="Calibri"/>
                <a:cs typeface="Calibri"/>
                <a:sym typeface="Calibri"/>
              </a:endParaRPr>
            </a:p>
          </p:txBody>
        </p:sp>
        <p:sp>
          <p:nvSpPr>
            <p:cNvPr id="339" name="Google Shape;339;p26"/>
            <p:cNvSpPr/>
            <p:nvPr/>
          </p:nvSpPr>
          <p:spPr>
            <a:xfrm>
              <a:off x="3800173" y="8640158"/>
              <a:ext cx="229359" cy="43942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73AC"/>
            </a:solidFill>
            <a:ln>
              <a:noFill/>
            </a:ln>
            <a:effectLst>
              <a:outerShdw blurRad="44450" dist="27940" dir="5400000" algn="ctr">
                <a:srgbClr val="000000">
                  <a:alpha val="31764"/>
                </a:srgbClr>
              </a:outerShdw>
            </a:effectLst>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40" name="Google Shape;340;p26"/>
          <p:cNvSpPr txBox="1"/>
          <p:nvPr/>
        </p:nvSpPr>
        <p:spPr>
          <a:xfrm>
            <a:off x="1199356" y="2070100"/>
            <a:ext cx="15544800" cy="4216499"/>
          </a:xfrm>
          <a:prstGeom prst="rect">
            <a:avLst/>
          </a:prstGeom>
          <a:noFill/>
          <a:ln>
            <a:noFill/>
          </a:ln>
        </p:spPr>
        <p:txBody>
          <a:bodyPr spcFirstLastPara="1" wrap="square" lIns="91425" tIns="45700" rIns="91425" bIns="45700" anchor="t" anchorCtr="0">
            <a:spAutoFit/>
          </a:bodyPr>
          <a:lstStyle/>
          <a:p>
            <a:pPr marL="571500" marR="0" lvl="0" indent="-571500" algn="l" rtl="0">
              <a:spcBef>
                <a:spcPts val="0"/>
              </a:spcBef>
              <a:spcAft>
                <a:spcPts val="0"/>
              </a:spcAft>
              <a:buClr>
                <a:schemeClr val="dk1"/>
              </a:buClr>
              <a:buSzPts val="3600"/>
              <a:buFont typeface="Noto Sans Symbols"/>
              <a:buChar char="✔"/>
            </a:pPr>
            <a:r>
              <a:rPr lang="en-US" sz="3600" kern="0" dirty="0">
                <a:effectLst/>
                <a:latin typeface="Calibri" panose="020F0502020204030204" pitchFamily="34" charset="0"/>
                <a:ea typeface="Times New Roman" panose="02020603050405020304" pitchFamily="18" charset="0"/>
              </a:rPr>
              <a:t>R. Joyce and G. Gupta, “Identity authentication based on keystroke latencies,” in Communications of the ACM, 33(2), 168-176, 1990.</a:t>
            </a:r>
            <a:endParaRPr lang="en-US" sz="3600" dirty="0">
              <a:latin typeface="Calibri" panose="020F0502020204030204" pitchFamily="34" charset="0"/>
              <a:ea typeface="Times New Roman" panose="02020603050405020304" pitchFamily="18" charset="0"/>
            </a:endParaRPr>
          </a:p>
          <a:p>
            <a:pPr marL="571500" marR="0" lvl="0" indent="-571500" algn="l" rtl="0">
              <a:spcBef>
                <a:spcPts val="0"/>
              </a:spcBef>
              <a:spcAft>
                <a:spcPts val="0"/>
              </a:spcAft>
              <a:buClr>
                <a:schemeClr val="dk1"/>
              </a:buClr>
              <a:buSzPts val="3600"/>
              <a:buFont typeface="Noto Sans Symbols"/>
              <a:buChar char="✔"/>
            </a:pPr>
            <a:r>
              <a:rPr lang="en-US" sz="3200" dirty="0"/>
              <a:t>S. Mondal and P. Bours, “Continuous authentication in a real world settings,” in Advances in Pattern Recognition, Eighth International Conference, pp. 1-6, 2015.</a:t>
            </a:r>
          </a:p>
          <a:p>
            <a:pPr marL="571500" marR="0" lvl="0" indent="-571500" algn="l" rtl="0">
              <a:spcBef>
                <a:spcPts val="0"/>
              </a:spcBef>
              <a:spcAft>
                <a:spcPts val="0"/>
              </a:spcAft>
              <a:buClr>
                <a:schemeClr val="dk1"/>
              </a:buClr>
              <a:buSzPts val="3600"/>
              <a:buFont typeface="Noto Sans Symbols"/>
              <a:buChar char="✔"/>
            </a:pPr>
            <a:r>
              <a:rPr lang="en-US" sz="3200" dirty="0"/>
              <a:t>F. </a:t>
            </a:r>
            <a:r>
              <a:rPr lang="en-US" sz="3200" dirty="0" err="1"/>
              <a:t>Monrose</a:t>
            </a:r>
            <a:r>
              <a:rPr lang="en-US" sz="3200" dirty="0"/>
              <a:t> and A. D. Rubin, “Keystroke dynamics as a biometric for authentication,” in Future Generation computer systems, 16(4), 351-359, Elsevier Science, 2000.</a:t>
            </a:r>
          </a:p>
          <a:p>
            <a:pPr marL="571500" marR="0" lvl="0" indent="-571500" algn="l" rtl="0">
              <a:spcBef>
                <a:spcPts val="0"/>
              </a:spcBef>
              <a:spcAft>
                <a:spcPts val="0"/>
              </a:spcAft>
              <a:buClr>
                <a:schemeClr val="dk1"/>
              </a:buClr>
              <a:buSzPts val="3600"/>
              <a:buFont typeface="Noto Sans Symbols"/>
              <a:buChar char="✔"/>
            </a:pPr>
            <a:endParaRPr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0">
                                            <p:txEl>
                                              <p:pRg st="0" end="0"/>
                                            </p:txEl>
                                          </p:spTgt>
                                        </p:tgtEl>
                                        <p:attrNameLst>
                                          <p:attrName>style.visibility</p:attrName>
                                        </p:attrNameLst>
                                      </p:cBhvr>
                                      <p:to>
                                        <p:strVal val="visible"/>
                                      </p:to>
                                    </p:set>
                                    <p:animEffect transition="in" filter="barn(inVertical)">
                                      <p:cBhvr>
                                        <p:cTn id="7" dur="500"/>
                                        <p:tgtEl>
                                          <p:spTgt spid="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40">
                                            <p:txEl>
                                              <p:pRg st="1" end="1"/>
                                            </p:txEl>
                                          </p:spTgt>
                                        </p:tgtEl>
                                        <p:attrNameLst>
                                          <p:attrName>style.visibility</p:attrName>
                                        </p:attrNameLst>
                                      </p:cBhvr>
                                      <p:to>
                                        <p:strVal val="visible"/>
                                      </p:to>
                                    </p:set>
                                    <p:animEffect transition="in" filter="barn(inVertical)">
                                      <p:cBhvr>
                                        <p:cTn id="12" dur="500"/>
                                        <p:tgtEl>
                                          <p:spTgt spid="3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40">
                                            <p:txEl>
                                              <p:pRg st="2" end="2"/>
                                            </p:txEl>
                                          </p:spTgt>
                                        </p:tgtEl>
                                        <p:attrNameLst>
                                          <p:attrName>style.visibility</p:attrName>
                                        </p:attrNameLst>
                                      </p:cBhvr>
                                      <p:to>
                                        <p:strVal val="visible"/>
                                      </p:to>
                                    </p:set>
                                    <p:animEffect transition="in" filter="barn(inVertical)">
                                      <p:cBhvr>
                                        <p:cTn id="17" dur="500"/>
                                        <p:tgtEl>
                                          <p:spTgt spid="3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9"/>
          <p:cNvSpPr txBox="1">
            <a:spLocks noGrp="1"/>
          </p:cNvSpPr>
          <p:nvPr>
            <p:ph type="sldNum" idx="12"/>
          </p:nvPr>
        </p:nvSpPr>
        <p:spPr>
          <a:xfrm>
            <a:off x="13426034" y="9911198"/>
            <a:ext cx="4277320" cy="5693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80" name="Google Shape;380;p29" descr="Text, letter&#10;&#10;Description automatically generated"/>
          <p:cNvPicPr preferRelativeResize="0"/>
          <p:nvPr/>
        </p:nvPicPr>
        <p:blipFill rotWithShape="1">
          <a:blip r:embed="rId3">
            <a:alphaModFix/>
          </a:blip>
          <a:srcRect/>
          <a:stretch/>
        </p:blipFill>
        <p:spPr>
          <a:xfrm>
            <a:off x="0" y="6453"/>
            <a:ext cx="19182556" cy="107091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barn(inVertical)">
                                      <p:cBhvr>
                                        <p:cTn id="7"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1158</Words>
  <Application>Microsoft Office PowerPoint</Application>
  <PresentationFormat>Custom</PresentationFormat>
  <Paragraphs>163</Paragraphs>
  <Slides>17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Cambria</vt:lpstr>
      <vt:lpstr>Noto Sans Symbols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Sneha Vadlakonda</cp:lastModifiedBy>
  <cp:revision>4</cp:revision>
  <dcterms:modified xsi:type="dcterms:W3CDTF">2024-12-29T10:42:49Z</dcterms:modified>
</cp:coreProperties>
</file>